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notesMasterIdLst>
    <p:notesMasterId r:id="rId7"/>
  </p:notesMasterIdLst>
  <p:handoutMasterIdLst>
    <p:handoutMasterId r:id="rId8"/>
  </p:handoutMasterIdLst>
  <p:sldIdLst>
    <p:sldId id="1815" r:id="rId3"/>
    <p:sldId id="1817" r:id="rId4"/>
    <p:sldId id="1785" r:id="rId5"/>
    <p:sldId id="1816" r:id="rId6"/>
  </p:sldIdLst>
  <p:sldSz cx="9906000" cy="6858000" type="A4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7FD455C-338A-4384-B059-B002397A9708}">
          <p14:sldIdLst>
            <p14:sldId id="1815"/>
            <p14:sldId id="1817"/>
            <p14:sldId id="1785"/>
            <p14:sldId id="1816"/>
          </p14:sldIdLst>
        </p14:section>
        <p14:section name="유첨" id="{C06E2DFC-64E6-480C-A0C6-E5FAD4E49734}">
          <p14:sldIdLst/>
        </p14:section>
      </p14:sectionLst>
    </p:ext>
    <p:ext uri="{EFAFB233-063F-42B5-8137-9DF3F51BA10A}">
      <p15:sldGuideLst xmlns:p15="http://schemas.microsoft.com/office/powerpoint/2012/main">
        <p15:guide id="14" orient="horz" pos="4320" userDrawn="1">
          <p15:clr>
            <a:srgbClr val="A4A3A4"/>
          </p15:clr>
        </p15:guide>
        <p15:guide id="15" pos="81" userDrawn="1">
          <p15:clr>
            <a:srgbClr val="A4A3A4"/>
          </p15:clr>
        </p15:guide>
        <p15:guide id="16" orient="horz" pos="5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CCECFF"/>
    <a:srgbClr val="FFFFCC"/>
    <a:srgbClr val="CCFF99"/>
    <a:srgbClr val="CCFFFF"/>
    <a:srgbClr val="A50034"/>
    <a:srgbClr val="3333CC"/>
    <a:srgbClr val="31BED2"/>
    <a:srgbClr val="E6E6E6"/>
    <a:srgbClr val="FD3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2" autoAdjust="0"/>
    <p:restoredTop sz="94667" autoAdjust="0"/>
  </p:normalViewPr>
  <p:slideViewPr>
    <p:cSldViewPr snapToGrid="0">
      <p:cViewPr>
        <p:scale>
          <a:sx n="149" d="100"/>
          <a:sy n="149" d="100"/>
        </p:scale>
        <p:origin x="1648" y="92"/>
      </p:cViewPr>
      <p:guideLst>
        <p:guide orient="horz" pos="4320"/>
        <p:guide pos="81"/>
        <p:guide orient="horz" pos="50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400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E546F51-1950-4192-ACA9-EB4EF43910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7918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834995-A4C8-44FA-9DFD-5A5EDB4802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7918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0FE4568C-FDA1-42EA-8FF8-BFF53B745540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9E99DA-3782-4D9F-A69B-73EADAEAC6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308"/>
            <a:ext cx="2945448" cy="497918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D93BD7-263D-4585-8532-D5925A984E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643" y="9430308"/>
            <a:ext cx="2945448" cy="497918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8C5BA5AF-62D2-45E4-B9DF-2AD40F4ED30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2474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135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498A0FEB-7311-4388-ACE6-3EDAB954243C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8"/>
          </a:xfrm>
          <a:prstGeom prst="rect">
            <a:avLst/>
          </a:prstGeom>
        </p:spPr>
        <p:txBody>
          <a:bodyPr vert="horz" lIns="91321" tIns="45661" rIns="91321" bIns="4566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813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CD103ED5-5388-4270-B3F1-9920FCB31C6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019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A311FF1-6E04-06E0-904E-A43FBDD8A7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204740" y="6479260"/>
            <a:ext cx="2520000" cy="37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9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  <p15:guide id="2" orient="horz" pos="119" userDrawn="1">
          <p15:clr>
            <a:srgbClr val="FBAE40"/>
          </p15:clr>
        </p15:guide>
        <p15:guide id="3" orient="horz" pos="42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내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19A7741D-4031-488A-B5A6-93A44BE7D70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2015" y="6680545"/>
            <a:ext cx="975990" cy="15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9250" tIns="29250" rIns="29250" bIns="2925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Internal Use Only</a:t>
            </a:r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65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43A0A56-149F-4535-8816-AF9184F98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7411" y="481541"/>
            <a:ext cx="3240000" cy="640561"/>
          </a:xfrm>
          <a:prstGeom prst="rect">
            <a:avLst/>
          </a:prstGeom>
        </p:spPr>
      </p:pic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681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내부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43A0A56-149F-4535-8816-AF9184F98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7411" y="481541"/>
            <a:ext cx="3240000" cy="640561"/>
          </a:xfrm>
          <a:prstGeom prst="rect">
            <a:avLst/>
          </a:prstGeom>
        </p:spPr>
      </p:pic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Box 2">
            <a:extLst>
              <a:ext uri="{FF2B5EF4-FFF2-40B4-BE49-F238E27FC236}">
                <a16:creationId xmlns:a16="http://schemas.microsoft.com/office/drawing/2014/main" id="{18789A65-5E77-45BE-A83C-44483EDC81F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0212" y="6676625"/>
            <a:ext cx="965576" cy="1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Confidential</a:t>
            </a:r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80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39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외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19A7741D-4031-488A-B5A6-93A44BE7D70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2015" y="6680545"/>
            <a:ext cx="975990" cy="15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9250" tIns="29250" rIns="29250" bIns="2925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Internal Use Only</a:t>
            </a:r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65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834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외부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Box 2">
            <a:extLst>
              <a:ext uri="{FF2B5EF4-FFF2-40B4-BE49-F238E27FC236}">
                <a16:creationId xmlns:a16="http://schemas.microsoft.com/office/drawing/2014/main" id="{18789A65-5E77-45BE-A83C-44483EDC81F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0212" y="6676625"/>
            <a:ext cx="965576" cy="1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Confidential</a:t>
            </a:r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80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375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3A4C083-F39B-4DD4-9544-E6CB1C720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851988" y="6479261"/>
            <a:ext cx="2047500" cy="3754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08EB44-8881-449E-933C-CE5425FC6E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  <p:sp>
        <p:nvSpPr>
          <p:cNvPr id="6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FA20EB2-9C7C-4EE9-ADE9-C8E78DC33F60}"/>
              </a:ext>
            </a:extLst>
          </p:cNvPr>
          <p:cNvSpPr txBox="1"/>
          <p:nvPr userDrawn="1"/>
        </p:nvSpPr>
        <p:spPr>
          <a:xfrm>
            <a:off x="4118875" y="8028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24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지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F982263-63DA-497A-8CCE-FC5CE0F98023}"/>
              </a:ext>
            </a:extLst>
          </p:cNvPr>
          <p:cNvSpPr txBox="1"/>
          <p:nvPr userDrawn="1"/>
        </p:nvSpPr>
        <p:spPr>
          <a:xfrm>
            <a:off x="4114547" y="0"/>
            <a:ext cx="1677551" cy="2457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E41738-2982-41B6-A043-D326215402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8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FE6BA-4C18-450E-869E-ABA850F2C42A}"/>
              </a:ext>
            </a:extLst>
          </p:cNvPr>
          <p:cNvSpPr txBox="1"/>
          <p:nvPr userDrawn="1"/>
        </p:nvSpPr>
        <p:spPr>
          <a:xfrm>
            <a:off x="1332142" y="2919539"/>
            <a:ext cx="7258397" cy="5170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People! </a:t>
            </a: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Factory!</a:t>
            </a:r>
            <a:endParaRPr lang="ko-KR" altLang="en-US" sz="4200" dirty="0">
              <a:solidFill>
                <a:srgbClr val="A50034"/>
              </a:solidFill>
              <a:latin typeface="LG EI Text SemiBold" panose="020B0700000101010101" pitchFamily="34" charset="-127"/>
              <a:ea typeface="LG EI Text SemiBold" panose="020B07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468DA3-4783-416E-9D0D-B6324344DB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  <p:sp>
        <p:nvSpPr>
          <p:cNvPr id="8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F805FF50-10A3-4D1B-BE1F-708E558486C8}"/>
              </a:ext>
            </a:extLst>
          </p:cNvPr>
          <p:cNvSpPr txBox="1"/>
          <p:nvPr userDrawn="1"/>
        </p:nvSpPr>
        <p:spPr>
          <a:xfrm>
            <a:off x="4118875" y="8028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43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57F9955-20D4-44B1-A587-3A30975496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E330AB-B14F-4907-9CF8-4147B6178863}"/>
              </a:ext>
            </a:extLst>
          </p:cNvPr>
          <p:cNvSpPr txBox="1"/>
          <p:nvPr userDrawn="1"/>
        </p:nvSpPr>
        <p:spPr>
          <a:xfrm>
            <a:off x="1332142" y="2919539"/>
            <a:ext cx="7258397" cy="5170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People! </a:t>
            </a: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Factory!</a:t>
            </a:r>
            <a:endParaRPr lang="ko-KR" altLang="en-US" sz="4200" dirty="0">
              <a:solidFill>
                <a:srgbClr val="A50034"/>
              </a:solidFill>
              <a:latin typeface="LG EI Text SemiBold" panose="020B0700000101010101" pitchFamily="34" charset="-127"/>
              <a:ea typeface="LG EI Text SemiBold" panose="020B0700000101010101" pitchFamily="34" charset="-127"/>
            </a:endParaRPr>
          </a:p>
        </p:txBody>
      </p:sp>
      <p:sp>
        <p:nvSpPr>
          <p:cNvPr id="8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B1E0E09D-9303-4CB7-BC39-C2891F8EA7D2}"/>
              </a:ext>
            </a:extLst>
          </p:cNvPr>
          <p:cNvSpPr txBox="1"/>
          <p:nvPr userDrawn="1"/>
        </p:nvSpPr>
        <p:spPr>
          <a:xfrm>
            <a:off x="4114547" y="0"/>
            <a:ext cx="1677551" cy="2457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590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276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orient="horz" pos="119">
          <p15:clr>
            <a:srgbClr val="FBAE40"/>
          </p15:clr>
        </p15:guide>
        <p15:guide id="3" orient="horz" pos="420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내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19A7741D-4031-488A-B5A6-93A44BE7D70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2015" y="6680545"/>
            <a:ext cx="975990" cy="15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9250" tIns="29250" rIns="29250" bIns="2925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Internal Use Only</a:t>
            </a:r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65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43A0A56-149F-4535-8816-AF9184F98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7411" y="481541"/>
            <a:ext cx="3240000" cy="640561"/>
          </a:xfrm>
          <a:prstGeom prst="rect">
            <a:avLst/>
          </a:prstGeom>
        </p:spPr>
      </p:pic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278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내부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43A0A56-149F-4535-8816-AF9184F98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37411" y="481541"/>
            <a:ext cx="3240000" cy="640561"/>
          </a:xfrm>
          <a:prstGeom prst="rect">
            <a:avLst/>
          </a:prstGeom>
        </p:spPr>
      </p:pic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Box 2">
            <a:extLst>
              <a:ext uri="{FF2B5EF4-FFF2-40B4-BE49-F238E27FC236}">
                <a16:creationId xmlns:a16="http://schemas.microsoft.com/office/drawing/2014/main" id="{18789A65-5E77-45BE-A83C-44483EDC81F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0212" y="6676625"/>
            <a:ext cx="965576" cy="1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Confidential</a:t>
            </a:r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80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0913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외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19A7741D-4031-488A-B5A6-93A44BE7D70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2015" y="6680545"/>
            <a:ext cx="975990" cy="15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29250" tIns="29250" rIns="29250" bIns="2925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Internal Use Only</a:t>
            </a:r>
            <a:r>
              <a:rPr lang="ko-KR" altLang="en-US" sz="65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65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620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외부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0A685DF4-0DEF-467C-A1AD-4772AE18B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5" t="77614"/>
          <a:stretch/>
        </p:blipFill>
        <p:spPr bwMode="auto">
          <a:xfrm>
            <a:off x="8326477" y="5229088"/>
            <a:ext cx="1447831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55A9EA85-7CF0-4734-B98B-EC4315E9C0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601" y="5137700"/>
            <a:ext cx="819062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2916EF-B04C-44B6-BF8C-7A7ADF4F0A56}"/>
              </a:ext>
            </a:extLst>
          </p:cNvPr>
          <p:cNvSpPr/>
          <p:nvPr userDrawn="1"/>
        </p:nvSpPr>
        <p:spPr>
          <a:xfrm>
            <a:off x="128588" y="188911"/>
            <a:ext cx="9648825" cy="64801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 b="0" dirty="0">
              <a:solidFill>
                <a:prstClr val="white"/>
              </a:solidFill>
            </a:endParaRPr>
          </a:p>
        </p:txBody>
      </p:sp>
      <p:pic>
        <p:nvPicPr>
          <p:cNvPr id="32" name="Picture 2" descr="C:\ECM\TEMP\부서함\Brand담당\20년 연간업무계획\디지털 그래픽 모티브 개발★\★1st Manual Official Release\Graphic Asset_v1.0\1. Main motif - Solid color\png\Main_motif-LG_red_solid.png">
            <a:extLst>
              <a:ext uri="{FF2B5EF4-FFF2-40B4-BE49-F238E27FC236}">
                <a16:creationId xmlns:a16="http://schemas.microsoft.com/office/drawing/2014/main" id="{F9E5E985-EE41-4C4D-80B9-6C7E59B0BDF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4" b="66436"/>
          <a:stretch/>
        </p:blipFill>
        <p:spPr bwMode="auto">
          <a:xfrm>
            <a:off x="128588" y="197539"/>
            <a:ext cx="738481" cy="2140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Box 2">
            <a:extLst>
              <a:ext uri="{FF2B5EF4-FFF2-40B4-BE49-F238E27FC236}">
                <a16:creationId xmlns:a16="http://schemas.microsoft.com/office/drawing/2014/main" id="{18789A65-5E77-45BE-A83C-44483EDC81F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470212" y="6676625"/>
            <a:ext cx="965576" cy="157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defPPr>
              <a:defRPr lang="ko-KR"/>
            </a:defPPr>
            <a:lvl1pPr algn="dist" defTabSz="742950" latinLnBrk="0">
              <a:spcBef>
                <a:spcPct val="50000"/>
              </a:spcBef>
              <a:defRPr kumimoji="1" sz="800" b="1">
                <a:solidFill>
                  <a:srgbClr val="595959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  <a:lvl2pPr marL="742950" indent="-285750" eaLnBrk="0" hangingPunct="0">
              <a:defRPr kumimoji="1" sz="1200" b="1"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kumimoji="1" sz="1200" b="1"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defRPr kumimoji="1" sz="1200" b="1">
                <a:latin typeface="Arial" charset="0"/>
                <a:ea typeface="맑은 고딕" pitchFamily="50" charset="-127"/>
              </a:defRPr>
            </a:lvl9pPr>
          </a:lstStyle>
          <a:p>
            <a:pPr algn="ctr"/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r>
              <a:rPr lang="en-US" altLang="ko-KR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LGE Confidential</a:t>
            </a:r>
            <a:r>
              <a:rPr lang="ko-KR" altLang="en-US" sz="800" b="0" dirty="0">
                <a:solidFill>
                  <a:srgbClr val="A50034"/>
                </a:solidFill>
                <a:latin typeface="LG EI Text TTF Regular" panose="020B0500000101010101" pitchFamily="50" charset="-127"/>
                <a:ea typeface="LG EI Text TTF Regular" panose="020B0500000101010101" pitchFamily="50" charset="-127"/>
              </a:rPr>
              <a:t>｜</a:t>
            </a:r>
            <a:endParaRPr lang="en-US" altLang="ko-KR" sz="800" b="0" dirty="0">
              <a:solidFill>
                <a:srgbClr val="A50034"/>
              </a:solidFill>
              <a:latin typeface="LG EI Text TTF Regular" panose="020B0500000101010101" pitchFamily="50" charset="-127"/>
              <a:ea typeface="LG EI Text TTF Regular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92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70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지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3A4C083-F39B-4DD4-9544-E6CB1C720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851988" y="6479261"/>
            <a:ext cx="2047500" cy="3754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08EB44-8881-449E-933C-CE5425FC6E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  <p:sp>
        <p:nvSpPr>
          <p:cNvPr id="6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FA20EB2-9C7C-4EE9-ADE9-C8E78DC33F60}"/>
              </a:ext>
            </a:extLst>
          </p:cNvPr>
          <p:cNvSpPr txBox="1"/>
          <p:nvPr userDrawn="1"/>
        </p:nvSpPr>
        <p:spPr>
          <a:xfrm>
            <a:off x="4118875" y="8028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82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지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CF982263-63DA-497A-8CCE-FC5CE0F98023}"/>
              </a:ext>
            </a:extLst>
          </p:cNvPr>
          <p:cNvSpPr txBox="1"/>
          <p:nvPr userDrawn="1"/>
        </p:nvSpPr>
        <p:spPr>
          <a:xfrm>
            <a:off x="4114547" y="0"/>
            <a:ext cx="1677551" cy="2457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E41738-2982-41B6-A043-D326215402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17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Internal Us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FE6BA-4C18-450E-869E-ABA850F2C42A}"/>
              </a:ext>
            </a:extLst>
          </p:cNvPr>
          <p:cNvSpPr txBox="1"/>
          <p:nvPr userDrawn="1"/>
        </p:nvSpPr>
        <p:spPr>
          <a:xfrm>
            <a:off x="1332142" y="2919539"/>
            <a:ext cx="7258397" cy="5170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People! </a:t>
            </a: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Factory!</a:t>
            </a:r>
            <a:endParaRPr lang="ko-KR" altLang="en-US" sz="4200" dirty="0">
              <a:solidFill>
                <a:srgbClr val="A50034"/>
              </a:solidFill>
              <a:latin typeface="LG EI Text SemiBold" panose="020B0700000101010101" pitchFamily="34" charset="-127"/>
              <a:ea typeface="LG EI Text SemiBold" panose="020B07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468DA3-4783-416E-9D0D-B6324344DB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  <p:sp>
        <p:nvSpPr>
          <p:cNvPr id="8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F805FF50-10A3-4D1B-BE1F-708E558486C8}"/>
              </a:ext>
            </a:extLst>
          </p:cNvPr>
          <p:cNvSpPr txBox="1"/>
          <p:nvPr userDrawn="1"/>
        </p:nvSpPr>
        <p:spPr>
          <a:xfrm>
            <a:off x="4118875" y="8028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418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57F9955-20D4-44B1-A587-3A30975496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820" t="14305" r="2819" b="15220"/>
          <a:stretch/>
        </p:blipFill>
        <p:spPr>
          <a:xfrm>
            <a:off x="7379488" y="6482505"/>
            <a:ext cx="2520000" cy="3754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E330AB-B14F-4907-9CF8-4147B6178863}"/>
              </a:ext>
            </a:extLst>
          </p:cNvPr>
          <p:cNvSpPr txBox="1"/>
          <p:nvPr userDrawn="1"/>
        </p:nvSpPr>
        <p:spPr>
          <a:xfrm>
            <a:off x="1332142" y="2919539"/>
            <a:ext cx="7258397" cy="5170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People! </a:t>
            </a:r>
            <a:r>
              <a:rPr lang="en-US" altLang="ko-KR" sz="4200" dirty="0">
                <a:solidFill>
                  <a:srgbClr val="4A4946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Smart!</a:t>
            </a:r>
            <a:r>
              <a:rPr lang="en-US" altLang="ko-KR" sz="4200" dirty="0">
                <a:solidFill>
                  <a:srgbClr val="A50034"/>
                </a:solidFill>
                <a:latin typeface="LG EI Text SemiBold" panose="020B0700000101010101" pitchFamily="34" charset="-127"/>
                <a:ea typeface="LG EI Text SemiBold" panose="020B0700000101010101" pitchFamily="34" charset="-127"/>
              </a:rPr>
              <a:t> Factory!</a:t>
            </a:r>
            <a:endParaRPr lang="ko-KR" altLang="en-US" sz="4200" dirty="0">
              <a:solidFill>
                <a:srgbClr val="A50034"/>
              </a:solidFill>
              <a:latin typeface="LG EI Text SemiBold" panose="020B0700000101010101" pitchFamily="34" charset="-127"/>
              <a:ea typeface="LG EI Text SemiBold" panose="020B0700000101010101" pitchFamily="34" charset="-127"/>
            </a:endParaRPr>
          </a:p>
        </p:txBody>
      </p:sp>
      <p:sp>
        <p:nvSpPr>
          <p:cNvPr id="8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B1E0E09D-9303-4CB7-BC39-C2891F8EA7D2}"/>
              </a:ext>
            </a:extLst>
          </p:cNvPr>
          <p:cNvSpPr txBox="1"/>
          <p:nvPr userDrawn="1"/>
        </p:nvSpPr>
        <p:spPr>
          <a:xfrm>
            <a:off x="4114547" y="0"/>
            <a:ext cx="1677551" cy="2457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Confidential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67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84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82" r:id="rId3"/>
    <p:sldLayoutId id="2147483683" r:id="rId4"/>
    <p:sldLayoutId id="2147483684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orient="horz" pos="119" userDrawn="1">
          <p15:clr>
            <a:srgbClr val="F26B43"/>
          </p15:clr>
        </p15:guide>
        <p15:guide id="3" orient="horz" pos="4201" userDrawn="1">
          <p15:clr>
            <a:srgbClr val="F26B43"/>
          </p15:clr>
        </p15:guide>
        <p15:guide id="4" pos="3120" userDrawn="1">
          <p15:clr>
            <a:srgbClr val="F26B43"/>
          </p15:clr>
        </p15:guide>
        <p15:guide id="5" pos="81" userDrawn="1">
          <p15:clr>
            <a:srgbClr val="F26B43"/>
          </p15:clr>
        </p15:guide>
        <p15:guide id="6" pos="6159" userDrawn="1">
          <p15:clr>
            <a:srgbClr val="F26B43"/>
          </p15:clr>
        </p15:guide>
        <p15:guide id="7" orient="horz" pos="1412" userDrawn="1">
          <p15:clr>
            <a:srgbClr val="F26B43"/>
          </p15:clr>
        </p15:guide>
        <p15:guide id="8" pos="739" userDrawn="1">
          <p15:clr>
            <a:srgbClr val="F26B43"/>
          </p15:clr>
        </p15:guide>
        <p15:guide id="9" pos="852" userDrawn="1">
          <p15:clr>
            <a:srgbClr val="F26B43"/>
          </p15:clr>
        </p15:guide>
        <p15:guide id="10" orient="horz" pos="5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17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119">
          <p15:clr>
            <a:srgbClr val="F26B43"/>
          </p15:clr>
        </p15:guide>
        <p15:guide id="3" orient="horz" pos="4201">
          <p15:clr>
            <a:srgbClr val="F26B43"/>
          </p15:clr>
        </p15:guide>
        <p15:guide id="4" pos="3120">
          <p15:clr>
            <a:srgbClr val="F26B43"/>
          </p15:clr>
        </p15:guide>
        <p15:guide id="5" pos="81">
          <p15:clr>
            <a:srgbClr val="F26B43"/>
          </p15:clr>
        </p15:guide>
        <p15:guide id="6" pos="6159">
          <p15:clr>
            <a:srgbClr val="F26B43"/>
          </p15:clr>
        </p15:guide>
        <p15:guide id="7" orient="horz" pos="1412">
          <p15:clr>
            <a:srgbClr val="F26B43"/>
          </p15:clr>
        </p15:guide>
        <p15:guide id="8" pos="739">
          <p15:clr>
            <a:srgbClr val="F26B43"/>
          </p15:clr>
        </p15:guide>
        <p15:guide id="9" pos="852">
          <p15:clr>
            <a:srgbClr val="F26B43"/>
          </p15:clr>
        </p15:guide>
        <p15:guide id="10" orient="horz" pos="5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0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10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7.png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image" Target="../media/image7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8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7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image" Target="../media/image8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D95F-B607-CF15-1C5C-E6ECF554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1B98A6B-77DE-4DC8-E39A-5B2D7916B9A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3820" t="14305" r="2819" b="15220"/>
          <a:stretch/>
        </p:blipFill>
        <p:spPr>
          <a:xfrm>
            <a:off x="7204740" y="6479260"/>
            <a:ext cx="2520000" cy="375495"/>
          </a:xfrm>
          <a:prstGeom prst="rect">
            <a:avLst/>
          </a:prstGeom>
        </p:spPr>
      </p:pic>
      <p:sp>
        <p:nvSpPr>
          <p:cNvPr id="10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E6688609-B3F7-0193-2523-582A020D6131}"/>
              </a:ext>
            </a:extLst>
          </p:cNvPr>
          <p:cNvSpPr txBox="1"/>
          <p:nvPr/>
        </p:nvSpPr>
        <p:spPr>
          <a:xfrm>
            <a:off x="4118875" y="8028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G스마트체2.0 Regular"/>
                <a:cs typeface="+mn-cs"/>
              </a:rPr>
              <a:t>LGE Internal Use Only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G스마트체2.0 Regular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DDB408-7872-C81F-7EEC-FC272FB4F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23158"/>
              </p:ext>
            </p:extLst>
          </p:nvPr>
        </p:nvGraphicFramePr>
        <p:xfrm>
          <a:off x="3350171" y="3531713"/>
          <a:ext cx="5915294" cy="2962656"/>
        </p:xfrm>
        <a:graphic>
          <a:graphicData uri="http://schemas.openxmlformats.org/drawingml/2006/table">
            <a:tbl>
              <a:tblPr/>
              <a:tblGrid>
                <a:gridCol w="277310">
                  <a:extLst>
                    <a:ext uri="{9D8B030D-6E8A-4147-A177-3AD203B41FA5}">
                      <a16:colId xmlns:a16="http://schemas.microsoft.com/office/drawing/2014/main" val="3041442809"/>
                    </a:ext>
                  </a:extLst>
                </a:gridCol>
                <a:gridCol w="410106">
                  <a:extLst>
                    <a:ext uri="{9D8B030D-6E8A-4147-A177-3AD203B41FA5}">
                      <a16:colId xmlns:a16="http://schemas.microsoft.com/office/drawing/2014/main" val="692948683"/>
                    </a:ext>
                  </a:extLst>
                </a:gridCol>
                <a:gridCol w="1263519">
                  <a:extLst>
                    <a:ext uri="{9D8B030D-6E8A-4147-A177-3AD203B41FA5}">
                      <a16:colId xmlns:a16="http://schemas.microsoft.com/office/drawing/2014/main" val="1837513124"/>
                    </a:ext>
                  </a:extLst>
                </a:gridCol>
                <a:gridCol w="400341">
                  <a:extLst>
                    <a:ext uri="{9D8B030D-6E8A-4147-A177-3AD203B41FA5}">
                      <a16:colId xmlns:a16="http://schemas.microsoft.com/office/drawing/2014/main" val="2923301660"/>
                    </a:ext>
                  </a:extLst>
                </a:gridCol>
                <a:gridCol w="621018">
                  <a:extLst>
                    <a:ext uri="{9D8B030D-6E8A-4147-A177-3AD203B41FA5}">
                      <a16:colId xmlns:a16="http://schemas.microsoft.com/office/drawing/2014/main" val="1040770564"/>
                    </a:ext>
                  </a:extLst>
                </a:gridCol>
                <a:gridCol w="431587">
                  <a:extLst>
                    <a:ext uri="{9D8B030D-6E8A-4147-A177-3AD203B41FA5}">
                      <a16:colId xmlns:a16="http://schemas.microsoft.com/office/drawing/2014/main" val="1161731726"/>
                    </a:ext>
                  </a:extLst>
                </a:gridCol>
                <a:gridCol w="554620">
                  <a:extLst>
                    <a:ext uri="{9D8B030D-6E8A-4147-A177-3AD203B41FA5}">
                      <a16:colId xmlns:a16="http://schemas.microsoft.com/office/drawing/2014/main" val="1224217151"/>
                    </a:ext>
                  </a:extLst>
                </a:gridCol>
                <a:gridCol w="554620">
                  <a:extLst>
                    <a:ext uri="{9D8B030D-6E8A-4147-A177-3AD203B41FA5}">
                      <a16:colId xmlns:a16="http://schemas.microsoft.com/office/drawing/2014/main" val="798496250"/>
                    </a:ext>
                  </a:extLst>
                </a:gridCol>
                <a:gridCol w="632735">
                  <a:extLst>
                    <a:ext uri="{9D8B030D-6E8A-4147-A177-3AD203B41FA5}">
                      <a16:colId xmlns:a16="http://schemas.microsoft.com/office/drawing/2014/main" val="3017387438"/>
                    </a:ext>
                  </a:extLst>
                </a:gridCol>
                <a:gridCol w="435494">
                  <a:extLst>
                    <a:ext uri="{9D8B030D-6E8A-4147-A177-3AD203B41FA5}">
                      <a16:colId xmlns:a16="http://schemas.microsoft.com/office/drawing/2014/main" val="957500429"/>
                    </a:ext>
                  </a:extLst>
                </a:gridCol>
                <a:gridCol w="333944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850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모델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자재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소요량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용기</a:t>
                      </a:r>
                      <a:endParaRPr lang="en-US" altLang="ko-KR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Type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장입 수</a:t>
                      </a:r>
                      <a:endParaRPr lang="en-US" altLang="ko-KR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용기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이송 대차</a:t>
                      </a:r>
                      <a:b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</a:b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 </a:t>
                      </a: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1</a:t>
                      </a: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공급 빈도</a:t>
                      </a:r>
                      <a:endParaRPr lang="en-US" altLang="ko-KR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이동</a:t>
                      </a:r>
                      <a:endParaRPr lang="en-US" altLang="ko-KR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거리 </a:t>
                      </a: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왕복</a:t>
                      </a: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Cycle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Time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Assembly,Control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2.6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36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3.2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0.2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Liner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12.0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40 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3.3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Assembly,Front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7.8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55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13649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Cabinet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14.4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55 m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3.6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38445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Filter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2,400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90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135528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Filter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Assembly,Mesh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0.4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90 m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0.2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0118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Cover,Lower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65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0.2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045369"/>
                  </a:ext>
                </a:extLst>
              </a:tr>
              <a:tr h="1425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Total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3.6(4)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424145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Liner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12.0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40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3.3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516365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Panel Assembly,Control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2.6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36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3.2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0.2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726065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 Assembly,Front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5.7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55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0.5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478156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Damper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0.8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90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038692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Cover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Assembly,Lower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0.4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45 m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3.4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263390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Filter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2,400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90 m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820177"/>
                  </a:ext>
                </a:extLst>
              </a:tr>
              <a:tr h="1425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Filter </a:t>
                      </a:r>
                      <a:r>
                        <a:rPr lang="en-US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Assembly,Mesh</a:t>
                      </a:r>
                      <a:endParaRPr 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Box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→대차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0.4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90 m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0.2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83693"/>
                  </a:ext>
                </a:extLst>
              </a:tr>
              <a:tr h="142536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Total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2.1(3)</a:t>
                      </a:r>
                      <a:endParaRPr lang="ko-KR" altLang="en-US" sz="900" b="1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5" name="TextBox 423">
            <a:extLst>
              <a:ext uri="{FF2B5EF4-FFF2-40B4-BE49-F238E27FC236}">
                <a16:creationId xmlns:a16="http://schemas.microsoft.com/office/drawing/2014/main" id="{489DF255-F11A-3CEB-5C5C-84EE19C642F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79422" y="4471293"/>
            <a:ext cx="2686291" cy="17346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/>
          <a:p>
            <a:pPr marL="92075" indent="-92075" eaLnBrk="0" fontAlgn="base" latinLnBrk="0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필요 </a:t>
            </a:r>
            <a:r>
              <a:rPr kumimoji="1" lang="en-US" altLang="ko-KR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AMR </a:t>
            </a:r>
            <a:r>
              <a:rPr kumimoji="1" lang="ko-KR" altLang="en-US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수량</a:t>
            </a:r>
            <a:r>
              <a:rPr kumimoji="1" lang="en-US" altLang="ko-KR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: 4</a:t>
            </a:r>
            <a:r>
              <a:rPr kumimoji="1" lang="ko-KR" altLang="en-US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대</a:t>
            </a:r>
            <a:br>
              <a:rPr kumimoji="1" lang="en-US" altLang="ko-KR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- 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대차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: 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하부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300mm Up + QR </a:t>
            </a:r>
            <a:r>
              <a:rPr kumimoji="1" lang="ko-KR" altLang="en-US" sz="12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부착판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개조 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- Box 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→ 대차 적치 후 이송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  . Box 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적치 전용 공용 대차 제작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- AMR Spec. 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 .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최고속도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: 66m/min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 .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평균속도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: 30m/min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 .</a:t>
            </a:r>
            <a:r>
              <a:rPr kumimoji="1" lang="en-US" altLang="ko-KR" sz="11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L/UD</a:t>
            </a:r>
            <a:r>
              <a:rPr kumimoji="1" lang="ko-KR" altLang="en-US" sz="11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시간 </a:t>
            </a:r>
            <a:r>
              <a:rPr kumimoji="1" lang="en-US" altLang="ko-KR" sz="11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(1Cycle) : 2.5</a:t>
            </a:r>
            <a:r>
              <a:rPr kumimoji="1" lang="ko-KR" altLang="en-US" sz="11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분</a:t>
            </a:r>
            <a:br>
              <a:rPr kumimoji="1" lang="en-US" altLang="ko-KR" sz="11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1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 .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운영효율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: 70%</a:t>
            </a:r>
          </a:p>
        </p:txBody>
      </p:sp>
      <p:sp>
        <p:nvSpPr>
          <p:cNvPr id="6" name="TextBox 423">
            <a:extLst>
              <a:ext uri="{FF2B5EF4-FFF2-40B4-BE49-F238E27FC236}">
                <a16:creationId xmlns:a16="http://schemas.microsoft.com/office/drawing/2014/main" id="{6D448B80-31AF-8733-6466-A45E5368523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79422" y="3762984"/>
            <a:ext cx="2686290" cy="6267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6000" tIns="36000" rIns="36000" bIns="36000">
            <a:spAutoFit/>
          </a:bodyPr>
          <a:lstStyle/>
          <a:p>
            <a:pPr marL="92075" indent="-92075" eaLnBrk="0" fontAlgn="base" latinLnBrk="0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생산정보</a:t>
            </a:r>
            <a:br>
              <a:rPr kumimoji="1" lang="en-US" altLang="ko-KR" sz="12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- UPH : 360</a:t>
            </a:r>
            <a:b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- 14</a:t>
            </a:r>
            <a:r>
              <a:rPr kumimoji="1" lang="ko-KR" altLang="en-US" sz="120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인용 기준 산출</a:t>
            </a:r>
            <a:r>
              <a:rPr kumimoji="1" lang="en-US" altLang="ko-KR" sz="120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(Worst Case)</a:t>
            </a:r>
            <a:endParaRPr kumimoji="1" lang="en-US" altLang="ko-KR" sz="1200" dirty="0">
              <a:solidFill>
                <a:srgbClr val="000000"/>
              </a:solidFill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805F39-877D-A9ED-6A24-F0AEAB85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10" y="3475764"/>
            <a:ext cx="899605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1pPr>
            <a:lvl2pPr marL="4524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2pPr>
            <a:lvl3pPr marL="9096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3pPr>
            <a:lvl4pPr marL="13668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4pPr>
            <a:lvl5pPr marL="18240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9pPr>
          </a:lstStyle>
          <a:p>
            <a:pPr defTabSz="45720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ko-KR" sz="14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운영 안</a:t>
            </a:r>
            <a:endParaRPr lang="en-US" altLang="ko-KR" sz="140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249F792-EFDF-ACF3-6D2F-1012E2FA6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10" y="643824"/>
            <a:ext cx="869149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1pPr>
            <a:lvl2pPr marL="4524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2pPr>
            <a:lvl3pPr marL="9096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3pPr>
            <a:lvl4pPr marL="13668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4pPr>
            <a:lvl5pPr marL="18240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9pPr>
          </a:lstStyle>
          <a:p>
            <a:pPr defTabSz="45720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Layout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871AF42-D72B-A0FA-BBA9-52D01AFDBF40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9422" y="897276"/>
            <a:ext cx="8691154" cy="2370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1FA38C-8B48-AE45-C81F-BBD85AD7F3D0}"/>
              </a:ext>
            </a:extLst>
          </p:cNvPr>
          <p:cNvSpPr/>
          <p:nvPr/>
        </p:nvSpPr>
        <p:spPr>
          <a:xfrm>
            <a:off x="949234" y="1871692"/>
            <a:ext cx="687977" cy="633352"/>
          </a:xfrm>
          <a:prstGeom prst="rect">
            <a:avLst/>
          </a:prstGeom>
          <a:solidFill>
            <a:srgbClr val="FFFF0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F48D1A-E79F-3DB7-A947-78F1DF27EED0}"/>
              </a:ext>
            </a:extLst>
          </p:cNvPr>
          <p:cNvSpPr/>
          <p:nvPr/>
        </p:nvSpPr>
        <p:spPr>
          <a:xfrm>
            <a:off x="1663034" y="1871692"/>
            <a:ext cx="1115000" cy="633352"/>
          </a:xfrm>
          <a:prstGeom prst="rect">
            <a:avLst/>
          </a:prstGeom>
          <a:solidFill>
            <a:srgbClr val="92D05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B3134A-6BC6-49E0-CDCC-BF1CBB2C30CF}"/>
              </a:ext>
            </a:extLst>
          </p:cNvPr>
          <p:cNvSpPr/>
          <p:nvPr/>
        </p:nvSpPr>
        <p:spPr>
          <a:xfrm>
            <a:off x="2882234" y="1871692"/>
            <a:ext cx="1411092" cy="633352"/>
          </a:xfrm>
          <a:prstGeom prst="rect">
            <a:avLst/>
          </a:prstGeom>
          <a:solidFill>
            <a:srgbClr val="00B0F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E5B5B5-4D31-1CBF-B570-D03040805E4B}"/>
              </a:ext>
            </a:extLst>
          </p:cNvPr>
          <p:cNvSpPr/>
          <p:nvPr/>
        </p:nvSpPr>
        <p:spPr>
          <a:xfrm>
            <a:off x="4397526" y="1871692"/>
            <a:ext cx="653445" cy="633352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E514E4D-07E1-C24E-B7FB-C76BBF6F9EC9}"/>
              </a:ext>
            </a:extLst>
          </p:cNvPr>
          <p:cNvSpPr/>
          <p:nvPr/>
        </p:nvSpPr>
        <p:spPr>
          <a:xfrm>
            <a:off x="6600795" y="1871692"/>
            <a:ext cx="1707182" cy="633352"/>
          </a:xfrm>
          <a:prstGeom prst="rect">
            <a:avLst/>
          </a:prstGeom>
          <a:solidFill>
            <a:srgbClr val="FFC00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0B4C45FD-BCD2-C7F4-0667-BC3B3C530C2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68163" y="1987222"/>
            <a:ext cx="616119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Control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Panel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8CCA8378-725C-D39C-F8B0-AB5AF748039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03613" y="1987222"/>
            <a:ext cx="46962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Liner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F2B5F936-7454-4305-6B97-60A74E02C0D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17899" y="1987222"/>
            <a:ext cx="53976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Front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Cover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DA9E95CA-939C-DD8A-6719-D3260432FCFE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92653" y="1987222"/>
            <a:ext cx="832489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Filter / Mesh</a:t>
            </a:r>
            <a:b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</a:b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Lower Cover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735343CF-C9E7-A6BF-79BE-F64D050ADFA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225531" y="2064166"/>
            <a:ext cx="603475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Cabinet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257579-07EE-B97D-1237-CAE1AEA98BFD}"/>
              </a:ext>
            </a:extLst>
          </p:cNvPr>
          <p:cNvSpPr txBox="1"/>
          <p:nvPr/>
        </p:nvSpPr>
        <p:spPr>
          <a:xfrm>
            <a:off x="3317899" y="3380888"/>
            <a:ext cx="535971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Tx/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/>
            </a:pPr>
            <a:r>
              <a:rPr lang="en-US" altLang="ko-KR" sz="1000" dirty="0"/>
              <a:t>&lt;</a:t>
            </a:r>
            <a:r>
              <a:rPr lang="ko-KR" altLang="en-US" sz="1000"/>
              <a:t>저상형</a:t>
            </a:r>
            <a:r>
              <a:rPr lang="en-US" altLang="ko-KR" sz="1000"/>
              <a:t>&gt;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  <a:cs typeface="+mn-cs"/>
            </a:endParaRPr>
          </a:p>
        </p:txBody>
      </p:sp>
      <p:sp>
        <p:nvSpPr>
          <p:cNvPr id="30" name="제목 6">
            <a:extLst>
              <a:ext uri="{FF2B5EF4-FFF2-40B4-BE49-F238E27FC236}">
                <a16:creationId xmlns:a16="http://schemas.microsoft.com/office/drawing/2014/main" id="{72DCD89C-8E85-91DC-A767-D99413CD68EC}"/>
              </a:ext>
            </a:extLst>
          </p:cNvPr>
          <p:cNvSpPr txBox="1">
            <a:spLocks/>
          </p:cNvSpPr>
          <p:nvPr/>
        </p:nvSpPr>
        <p:spPr>
          <a:xfrm>
            <a:off x="185614" y="120060"/>
            <a:ext cx="3406949" cy="38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36000" tIns="36000" rIns="36000" bIns="36000" anchor="t" anchorCtr="0">
            <a:spAutoFit/>
          </a:bodyPr>
          <a:lstStyle>
            <a:defPPr>
              <a:defRPr lang="ko-KR"/>
            </a:defPPr>
            <a:lvl1pPr latinLnBrk="0">
              <a:defRPr sz="20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-1. </a:t>
            </a:r>
            <a:r>
              <a:rPr lang="ko-KR" altLang="en-US" dirty="0" err="1"/>
              <a:t>식세기</a:t>
            </a:r>
            <a:r>
              <a:rPr lang="ko-KR" altLang="en-US" dirty="0"/>
              <a:t> </a:t>
            </a:r>
            <a:r>
              <a:rPr lang="en-US" altLang="ko-KR" dirty="0"/>
              <a:t>AMR </a:t>
            </a:r>
            <a:r>
              <a:rPr lang="ko-KR" altLang="en-US" dirty="0"/>
              <a:t>운영 방안</a:t>
            </a:r>
            <a:r>
              <a:rPr lang="en-US" altLang="ko-KR" dirty="0"/>
              <a:t>_Step1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B51225-1454-39D3-A5F4-77A06B11DE36}"/>
              </a:ext>
            </a:extLst>
          </p:cNvPr>
          <p:cNvCxnSpPr>
            <a:cxnSpLocks/>
          </p:cNvCxnSpPr>
          <p:nvPr/>
        </p:nvCxnSpPr>
        <p:spPr>
          <a:xfrm>
            <a:off x="917409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86BAFD3-5733-A43F-7102-8506164F7CB8}"/>
              </a:ext>
            </a:extLst>
          </p:cNvPr>
          <p:cNvCxnSpPr>
            <a:cxnSpLocks/>
          </p:cNvCxnSpPr>
          <p:nvPr/>
        </p:nvCxnSpPr>
        <p:spPr>
          <a:xfrm>
            <a:off x="912290" y="1764145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B43BD6E-E31B-516D-F7D1-11F61E83C342}"/>
              </a:ext>
            </a:extLst>
          </p:cNvPr>
          <p:cNvCxnSpPr>
            <a:cxnSpLocks/>
          </p:cNvCxnSpPr>
          <p:nvPr/>
        </p:nvCxnSpPr>
        <p:spPr>
          <a:xfrm>
            <a:off x="912290" y="1653309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6945E4C-8498-8D96-1A44-206A88282980}"/>
              </a:ext>
            </a:extLst>
          </p:cNvPr>
          <p:cNvCxnSpPr>
            <a:cxnSpLocks/>
          </p:cNvCxnSpPr>
          <p:nvPr/>
        </p:nvCxnSpPr>
        <p:spPr>
          <a:xfrm>
            <a:off x="912290" y="2514280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9FC18E8-09CB-0B16-4A65-62F1F72EDB22}"/>
              </a:ext>
            </a:extLst>
          </p:cNvPr>
          <p:cNvCxnSpPr>
            <a:cxnSpLocks/>
          </p:cNvCxnSpPr>
          <p:nvPr/>
        </p:nvCxnSpPr>
        <p:spPr>
          <a:xfrm>
            <a:off x="912290" y="2606643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795D359-CFC3-020B-2FA5-7518169E9499}"/>
              </a:ext>
            </a:extLst>
          </p:cNvPr>
          <p:cNvCxnSpPr>
            <a:cxnSpLocks/>
          </p:cNvCxnSpPr>
          <p:nvPr/>
        </p:nvCxnSpPr>
        <p:spPr>
          <a:xfrm>
            <a:off x="1615000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F3D1BEA-9033-4D2A-0BC6-E994FE8A2EF5}"/>
              </a:ext>
            </a:extLst>
          </p:cNvPr>
          <p:cNvCxnSpPr>
            <a:cxnSpLocks/>
          </p:cNvCxnSpPr>
          <p:nvPr/>
        </p:nvCxnSpPr>
        <p:spPr>
          <a:xfrm>
            <a:off x="2826818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BC91F39-9FBF-7C23-D6EB-68DEDB86FA23}"/>
              </a:ext>
            </a:extLst>
          </p:cNvPr>
          <p:cNvCxnSpPr>
            <a:cxnSpLocks/>
          </p:cNvCxnSpPr>
          <p:nvPr/>
        </p:nvCxnSpPr>
        <p:spPr>
          <a:xfrm>
            <a:off x="4355709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AF89C0A-8F53-535B-899B-C950E5B5055D}"/>
              </a:ext>
            </a:extLst>
          </p:cNvPr>
          <p:cNvCxnSpPr>
            <a:cxnSpLocks/>
          </p:cNvCxnSpPr>
          <p:nvPr/>
        </p:nvCxnSpPr>
        <p:spPr>
          <a:xfrm>
            <a:off x="5132613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580B8C1-F4B4-B95C-E2E7-4D0776B5C611}"/>
              </a:ext>
            </a:extLst>
          </p:cNvPr>
          <p:cNvCxnSpPr>
            <a:cxnSpLocks/>
          </p:cNvCxnSpPr>
          <p:nvPr/>
        </p:nvCxnSpPr>
        <p:spPr>
          <a:xfrm>
            <a:off x="6554615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6C0C3C4-9FB8-E0EE-95F2-0B7E03535E82}"/>
              </a:ext>
            </a:extLst>
          </p:cNvPr>
          <p:cNvCxnSpPr>
            <a:cxnSpLocks/>
          </p:cNvCxnSpPr>
          <p:nvPr/>
        </p:nvCxnSpPr>
        <p:spPr>
          <a:xfrm>
            <a:off x="8344921" y="1653309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60E34AA-49D2-951A-9E18-148041EB4FF2}"/>
              </a:ext>
            </a:extLst>
          </p:cNvPr>
          <p:cNvCxnSpPr>
            <a:cxnSpLocks/>
          </p:cNvCxnSpPr>
          <p:nvPr/>
        </p:nvCxnSpPr>
        <p:spPr>
          <a:xfrm>
            <a:off x="1374855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5B17BF1-8841-3243-47B8-3A1FC636AE49}"/>
              </a:ext>
            </a:extLst>
          </p:cNvPr>
          <p:cNvCxnSpPr>
            <a:cxnSpLocks/>
          </p:cNvCxnSpPr>
          <p:nvPr/>
        </p:nvCxnSpPr>
        <p:spPr>
          <a:xfrm>
            <a:off x="1845910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78591D76-915B-B5DB-37C4-C7E7A6369DE9}"/>
              </a:ext>
            </a:extLst>
          </p:cNvPr>
          <p:cNvCxnSpPr>
            <a:cxnSpLocks/>
          </p:cNvCxnSpPr>
          <p:nvPr/>
        </p:nvCxnSpPr>
        <p:spPr>
          <a:xfrm>
            <a:off x="2095292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E45B560-FD2D-A4AD-DD92-79982B7F0516}"/>
              </a:ext>
            </a:extLst>
          </p:cNvPr>
          <p:cNvCxnSpPr>
            <a:cxnSpLocks/>
          </p:cNvCxnSpPr>
          <p:nvPr/>
        </p:nvCxnSpPr>
        <p:spPr>
          <a:xfrm>
            <a:off x="2826818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71C46BA5-3814-D443-E3AD-6B663BA76CAB}"/>
              </a:ext>
            </a:extLst>
          </p:cNvPr>
          <p:cNvCxnSpPr>
            <a:cxnSpLocks/>
          </p:cNvCxnSpPr>
          <p:nvPr/>
        </p:nvCxnSpPr>
        <p:spPr>
          <a:xfrm>
            <a:off x="3196272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B9A2DA3-777C-ABD9-CFFC-234F75F23DBC}"/>
              </a:ext>
            </a:extLst>
          </p:cNvPr>
          <p:cNvCxnSpPr>
            <a:cxnSpLocks/>
          </p:cNvCxnSpPr>
          <p:nvPr/>
        </p:nvCxnSpPr>
        <p:spPr>
          <a:xfrm>
            <a:off x="3359898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3D8BBC8-E357-EC18-27F9-FCF1508708AC}"/>
              </a:ext>
            </a:extLst>
          </p:cNvPr>
          <p:cNvCxnSpPr>
            <a:cxnSpLocks/>
          </p:cNvCxnSpPr>
          <p:nvPr/>
        </p:nvCxnSpPr>
        <p:spPr>
          <a:xfrm>
            <a:off x="3646225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6A98FB7-64B2-8E1C-F322-D2372C15707C}"/>
              </a:ext>
            </a:extLst>
          </p:cNvPr>
          <p:cNvCxnSpPr>
            <a:cxnSpLocks/>
          </p:cNvCxnSpPr>
          <p:nvPr/>
        </p:nvCxnSpPr>
        <p:spPr>
          <a:xfrm>
            <a:off x="3798454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8B2D046-2574-72CE-A1F8-9587FC4011F4}"/>
              </a:ext>
            </a:extLst>
          </p:cNvPr>
          <p:cNvCxnSpPr>
            <a:cxnSpLocks/>
          </p:cNvCxnSpPr>
          <p:nvPr/>
        </p:nvCxnSpPr>
        <p:spPr>
          <a:xfrm>
            <a:off x="4100403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3679C2E8-3B36-DA6A-0C3A-977DDCA8828C}"/>
              </a:ext>
            </a:extLst>
          </p:cNvPr>
          <p:cNvCxnSpPr>
            <a:cxnSpLocks/>
          </p:cNvCxnSpPr>
          <p:nvPr/>
        </p:nvCxnSpPr>
        <p:spPr>
          <a:xfrm>
            <a:off x="2230950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57F85558-2799-A2F2-DAF3-AF4A69E700BF}"/>
              </a:ext>
            </a:extLst>
          </p:cNvPr>
          <p:cNvCxnSpPr>
            <a:cxnSpLocks/>
          </p:cNvCxnSpPr>
          <p:nvPr/>
        </p:nvCxnSpPr>
        <p:spPr>
          <a:xfrm>
            <a:off x="2526513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AA75EDD-0987-E260-712F-93A3FC08F1A1}"/>
              </a:ext>
            </a:extLst>
          </p:cNvPr>
          <p:cNvCxnSpPr>
            <a:cxnSpLocks/>
          </p:cNvCxnSpPr>
          <p:nvPr/>
        </p:nvCxnSpPr>
        <p:spPr>
          <a:xfrm>
            <a:off x="7213976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75F8E35-DEA0-2982-167B-ABEBF0EAA539}"/>
              </a:ext>
            </a:extLst>
          </p:cNvPr>
          <p:cNvCxnSpPr>
            <a:cxnSpLocks/>
          </p:cNvCxnSpPr>
          <p:nvPr/>
        </p:nvCxnSpPr>
        <p:spPr>
          <a:xfrm>
            <a:off x="7537248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Box 4">
            <a:extLst>
              <a:ext uri="{FF2B5EF4-FFF2-40B4-BE49-F238E27FC236}">
                <a16:creationId xmlns:a16="http://schemas.microsoft.com/office/drawing/2014/main" id="{CE1CA969-FDCE-9830-6CED-16F0CBACD86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52900" y="897276"/>
            <a:ext cx="570416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Control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Panel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67" name="Text Box 4">
            <a:extLst>
              <a:ext uri="{FF2B5EF4-FFF2-40B4-BE49-F238E27FC236}">
                <a16:creationId xmlns:a16="http://schemas.microsoft.com/office/drawing/2014/main" id="{8A636EFD-5B57-EE6B-187D-6CA10FEA640A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68121" y="903197"/>
            <a:ext cx="46962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Liner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CD08609E-89D0-C0E8-3B85-87B12D34A4D5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01511" y="1055108"/>
            <a:ext cx="832489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Filter / Mesh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69" name="Text Box 4">
            <a:extLst>
              <a:ext uri="{FF2B5EF4-FFF2-40B4-BE49-F238E27FC236}">
                <a16:creationId xmlns:a16="http://schemas.microsoft.com/office/drawing/2014/main" id="{D7ECC170-B2F5-91FC-D7FB-E1867E710D85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664697" y="909121"/>
            <a:ext cx="49487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Lower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Cover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70" name="Text Box 4">
            <a:extLst>
              <a:ext uri="{FF2B5EF4-FFF2-40B4-BE49-F238E27FC236}">
                <a16:creationId xmlns:a16="http://schemas.microsoft.com/office/drawing/2014/main" id="{082F1224-EDD0-7870-75CD-15EE5D43D83C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52648" y="1020993"/>
            <a:ext cx="603475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Cabinet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6228BE31-4A4B-3188-B25D-74F19AB55369}"/>
              </a:ext>
            </a:extLst>
          </p:cNvPr>
          <p:cNvCxnSpPr>
            <a:cxnSpLocks/>
          </p:cNvCxnSpPr>
          <p:nvPr/>
        </p:nvCxnSpPr>
        <p:spPr>
          <a:xfrm>
            <a:off x="1681506" y="1454651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A9FD2D4-0E0B-C925-0E93-01BCCDAC71E5}"/>
              </a:ext>
            </a:extLst>
          </p:cNvPr>
          <p:cNvCxnSpPr/>
          <p:nvPr/>
        </p:nvCxnSpPr>
        <p:spPr>
          <a:xfrm>
            <a:off x="579422" y="1287867"/>
            <a:ext cx="8686045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Box 4">
            <a:extLst>
              <a:ext uri="{FF2B5EF4-FFF2-40B4-BE49-F238E27FC236}">
                <a16:creationId xmlns:a16="http://schemas.microsoft.com/office/drawing/2014/main" id="{10AAEED0-80C4-5E05-41A0-8180676F12E0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14669" y="186138"/>
            <a:ext cx="31299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3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2F91B106-53FD-0E5E-BD94-773A7D5FC3FE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44393" y="226162"/>
            <a:ext cx="2521074" cy="585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6BD6B456-F0DC-C5F0-C6C6-3EC0F4766FE5}"/>
              </a:ext>
            </a:extLst>
          </p:cNvPr>
          <p:cNvSpPr/>
          <p:nvPr/>
        </p:nvSpPr>
        <p:spPr>
          <a:xfrm>
            <a:off x="7756123" y="623208"/>
            <a:ext cx="676677" cy="192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Text Box 4">
            <a:extLst>
              <a:ext uri="{FF2B5EF4-FFF2-40B4-BE49-F238E27FC236}">
                <a16:creationId xmlns:a16="http://schemas.microsoft.com/office/drawing/2014/main" id="{1AFA9D98-A353-FCBA-7C2F-2DB5132B3965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531753" y="352513"/>
            <a:ext cx="1112983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ko-KR" altLang="en-US" sz="1000" kern="0" dirty="0" err="1"/>
              <a:t>식세기</a:t>
            </a:r>
            <a:r>
              <a:rPr lang="ko-KR" altLang="en-US" sz="1000" kern="0" dirty="0"/>
              <a:t> 측방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4AC15D-0F75-EE99-35C8-0932EBCF673E}"/>
              </a:ext>
            </a:extLst>
          </p:cNvPr>
          <p:cNvSpPr txBox="1"/>
          <p:nvPr/>
        </p:nvSpPr>
        <p:spPr>
          <a:xfrm>
            <a:off x="4731350" y="6600530"/>
            <a:ext cx="386644" cy="27097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5003D"/>
              </a:buClr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 / 9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79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25E0-B6A6-6050-B667-D076429B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SIPCMContentMarking" descr="{&quot;HashCode&quot;:966751382,&quot;Placement&quot;:&quot;Header&quot;,&quot;Top&quot;:0.0,&quot;Left&quot;:413.954651,&quot;SlideWidth&quot;:960,&quot;SlideHeight&quot;:540}">
            <a:extLst>
              <a:ext uri="{FF2B5EF4-FFF2-40B4-BE49-F238E27FC236}">
                <a16:creationId xmlns:a16="http://schemas.microsoft.com/office/drawing/2014/main" id="{4E540290-2A57-13C5-D46A-09B2A73BC911}"/>
              </a:ext>
            </a:extLst>
          </p:cNvPr>
          <p:cNvSpPr txBox="1"/>
          <p:nvPr/>
        </p:nvSpPr>
        <p:spPr>
          <a:xfrm>
            <a:off x="4118875" y="8028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G스마트체2.0 Regular"/>
                <a:cs typeface="+mn-cs"/>
              </a:rPr>
              <a:t>LGE Internal Use Only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G스마트체2.0 Regular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FD3D967-9E76-519C-84C3-41E8FC20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10" y="643824"/>
            <a:ext cx="869149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1pPr>
            <a:lvl2pPr marL="4524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2pPr>
            <a:lvl3pPr marL="9096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3pPr>
            <a:lvl4pPr marL="13668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4pPr>
            <a:lvl5pPr marL="1824038" indent="1588" algn="l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000" b="1" kern="1200">
                <a:solidFill>
                  <a:schemeClr val="tx1"/>
                </a:solidFill>
                <a:latin typeface="Trebuchet MS" pitchFamily="34" charset="0"/>
                <a:ea typeface="돋움" pitchFamily="50" charset="-127"/>
                <a:cs typeface="+mn-cs"/>
              </a:defRPr>
            </a:lvl9pPr>
          </a:lstStyle>
          <a:p>
            <a:pPr defTabSz="457200"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ko-KR" sz="14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Layout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05BA08-22C6-561D-DF46-7617BDC5EE0A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9422" y="897276"/>
            <a:ext cx="8691154" cy="2370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56B95C-7892-AEDF-963A-28313750BB07}"/>
              </a:ext>
            </a:extLst>
          </p:cNvPr>
          <p:cNvSpPr/>
          <p:nvPr/>
        </p:nvSpPr>
        <p:spPr>
          <a:xfrm>
            <a:off x="1042367" y="4466725"/>
            <a:ext cx="687977" cy="633352"/>
          </a:xfrm>
          <a:prstGeom prst="rect">
            <a:avLst/>
          </a:prstGeom>
          <a:solidFill>
            <a:srgbClr val="FFFF0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D779E0-1C21-EC43-C788-7B68E6C9C025}"/>
              </a:ext>
            </a:extLst>
          </p:cNvPr>
          <p:cNvSpPr/>
          <p:nvPr/>
        </p:nvSpPr>
        <p:spPr>
          <a:xfrm>
            <a:off x="1756167" y="4466725"/>
            <a:ext cx="1115000" cy="633352"/>
          </a:xfrm>
          <a:prstGeom prst="rect">
            <a:avLst/>
          </a:prstGeom>
          <a:solidFill>
            <a:srgbClr val="92D05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69FB46C-C946-3DCB-92D3-4BFFC5BF6667}"/>
              </a:ext>
            </a:extLst>
          </p:cNvPr>
          <p:cNvSpPr/>
          <p:nvPr/>
        </p:nvSpPr>
        <p:spPr>
          <a:xfrm>
            <a:off x="2975367" y="4466725"/>
            <a:ext cx="1411092" cy="633352"/>
          </a:xfrm>
          <a:prstGeom prst="rect">
            <a:avLst/>
          </a:prstGeom>
          <a:solidFill>
            <a:srgbClr val="00B0F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BA8693-743D-6E08-4A20-76CD45A57CCE}"/>
              </a:ext>
            </a:extLst>
          </p:cNvPr>
          <p:cNvSpPr/>
          <p:nvPr/>
        </p:nvSpPr>
        <p:spPr>
          <a:xfrm>
            <a:off x="4490659" y="4466725"/>
            <a:ext cx="653445" cy="633352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E096BA3-6FBB-B53D-9B2F-DC1B9FBEDFA4}"/>
              </a:ext>
            </a:extLst>
          </p:cNvPr>
          <p:cNvSpPr/>
          <p:nvPr/>
        </p:nvSpPr>
        <p:spPr>
          <a:xfrm>
            <a:off x="6693928" y="4466725"/>
            <a:ext cx="1707182" cy="633352"/>
          </a:xfrm>
          <a:prstGeom prst="rect">
            <a:avLst/>
          </a:prstGeom>
          <a:solidFill>
            <a:srgbClr val="FFC00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063575E2-8146-AC19-ABF4-77AF459FEAF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61296" y="4582255"/>
            <a:ext cx="616119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Control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Panel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85E54D69-4FC4-2ED1-1023-D8E7994D3A3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96746" y="4582255"/>
            <a:ext cx="46962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Liner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8CFE8E44-7187-D7A5-8A31-4ED7C3F8C0A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11032" y="4582255"/>
            <a:ext cx="53976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Front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Cover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98913294-D1FA-5092-9256-6BBBB5051AA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85786" y="4582255"/>
            <a:ext cx="832489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Filter / Mesh</a:t>
            </a:r>
            <a:b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</a:b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Lower Cover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C509028C-3869-FED1-D298-A99E41235486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18664" y="4659199"/>
            <a:ext cx="603475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Cabinet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30" name="제목 6">
            <a:extLst>
              <a:ext uri="{FF2B5EF4-FFF2-40B4-BE49-F238E27FC236}">
                <a16:creationId xmlns:a16="http://schemas.microsoft.com/office/drawing/2014/main" id="{94D09BEA-AB41-467A-C5E8-993227360D77}"/>
              </a:ext>
            </a:extLst>
          </p:cNvPr>
          <p:cNvSpPr txBox="1">
            <a:spLocks/>
          </p:cNvSpPr>
          <p:nvPr/>
        </p:nvSpPr>
        <p:spPr>
          <a:xfrm>
            <a:off x="185614" y="120060"/>
            <a:ext cx="3406949" cy="38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36000" tIns="36000" rIns="36000" bIns="36000" anchor="t" anchorCtr="0">
            <a:spAutoFit/>
          </a:bodyPr>
          <a:lstStyle>
            <a:defPPr>
              <a:defRPr lang="ko-KR"/>
            </a:defPPr>
            <a:lvl1pPr latinLnBrk="0">
              <a:defRPr sz="20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-1. </a:t>
            </a:r>
            <a:r>
              <a:rPr lang="ko-KR" altLang="en-US" dirty="0" err="1"/>
              <a:t>식세기</a:t>
            </a:r>
            <a:r>
              <a:rPr lang="ko-KR" altLang="en-US" dirty="0"/>
              <a:t> </a:t>
            </a:r>
            <a:r>
              <a:rPr lang="en-US" altLang="ko-KR" dirty="0"/>
              <a:t>AMR </a:t>
            </a:r>
            <a:r>
              <a:rPr lang="ko-KR" altLang="en-US" dirty="0"/>
              <a:t>운영 방안</a:t>
            </a:r>
            <a:r>
              <a:rPr lang="en-US" altLang="ko-KR" dirty="0"/>
              <a:t>_Step1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C92085-EB05-0E8A-57F8-5ECE50009DC6}"/>
              </a:ext>
            </a:extLst>
          </p:cNvPr>
          <p:cNvCxnSpPr>
            <a:cxnSpLocks/>
          </p:cNvCxnSpPr>
          <p:nvPr/>
        </p:nvCxnSpPr>
        <p:spPr>
          <a:xfrm>
            <a:off x="1010542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974AB9D-B55C-CDBE-D62B-D0409C402B12}"/>
              </a:ext>
            </a:extLst>
          </p:cNvPr>
          <p:cNvCxnSpPr>
            <a:cxnSpLocks/>
          </p:cNvCxnSpPr>
          <p:nvPr/>
        </p:nvCxnSpPr>
        <p:spPr>
          <a:xfrm>
            <a:off x="1005423" y="4359178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6F81879-5AF1-9CE2-C4B2-67E3C5ECA2F1}"/>
              </a:ext>
            </a:extLst>
          </p:cNvPr>
          <p:cNvCxnSpPr>
            <a:cxnSpLocks/>
          </p:cNvCxnSpPr>
          <p:nvPr/>
        </p:nvCxnSpPr>
        <p:spPr>
          <a:xfrm>
            <a:off x="1005423" y="4248342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17B57CE-F0E1-8283-BD21-C02EFE46EEC8}"/>
              </a:ext>
            </a:extLst>
          </p:cNvPr>
          <p:cNvCxnSpPr>
            <a:cxnSpLocks/>
          </p:cNvCxnSpPr>
          <p:nvPr/>
        </p:nvCxnSpPr>
        <p:spPr>
          <a:xfrm>
            <a:off x="1005423" y="5109313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DDF2864-DAFE-A794-71F4-BABAE6FF5925}"/>
              </a:ext>
            </a:extLst>
          </p:cNvPr>
          <p:cNvCxnSpPr>
            <a:cxnSpLocks/>
          </p:cNvCxnSpPr>
          <p:nvPr/>
        </p:nvCxnSpPr>
        <p:spPr>
          <a:xfrm>
            <a:off x="1005423" y="5201676"/>
            <a:ext cx="73956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503860B-1D2F-8115-BEC2-09F7FFE47D8B}"/>
              </a:ext>
            </a:extLst>
          </p:cNvPr>
          <p:cNvCxnSpPr>
            <a:cxnSpLocks/>
          </p:cNvCxnSpPr>
          <p:nvPr/>
        </p:nvCxnSpPr>
        <p:spPr>
          <a:xfrm>
            <a:off x="1708133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0963153-3FDF-95CA-804F-6EA894F9B776}"/>
              </a:ext>
            </a:extLst>
          </p:cNvPr>
          <p:cNvCxnSpPr>
            <a:cxnSpLocks/>
          </p:cNvCxnSpPr>
          <p:nvPr/>
        </p:nvCxnSpPr>
        <p:spPr>
          <a:xfrm>
            <a:off x="2919951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8171F29-4461-9569-423C-4E84CBBB493A}"/>
              </a:ext>
            </a:extLst>
          </p:cNvPr>
          <p:cNvCxnSpPr>
            <a:cxnSpLocks/>
          </p:cNvCxnSpPr>
          <p:nvPr/>
        </p:nvCxnSpPr>
        <p:spPr>
          <a:xfrm>
            <a:off x="4448842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4BC80EF-2053-39A1-F94C-56567863B9FB}"/>
              </a:ext>
            </a:extLst>
          </p:cNvPr>
          <p:cNvCxnSpPr>
            <a:cxnSpLocks/>
          </p:cNvCxnSpPr>
          <p:nvPr/>
        </p:nvCxnSpPr>
        <p:spPr>
          <a:xfrm>
            <a:off x="5225746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C2BFC55-DAD6-2B93-ED67-E29FC65C516C}"/>
              </a:ext>
            </a:extLst>
          </p:cNvPr>
          <p:cNvCxnSpPr>
            <a:cxnSpLocks/>
          </p:cNvCxnSpPr>
          <p:nvPr/>
        </p:nvCxnSpPr>
        <p:spPr>
          <a:xfrm>
            <a:off x="6647748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42C0F2A-34D1-165D-3B96-1152FE534983}"/>
              </a:ext>
            </a:extLst>
          </p:cNvPr>
          <p:cNvCxnSpPr>
            <a:cxnSpLocks/>
          </p:cNvCxnSpPr>
          <p:nvPr/>
        </p:nvCxnSpPr>
        <p:spPr>
          <a:xfrm>
            <a:off x="8438054" y="4248342"/>
            <a:ext cx="0" cy="9533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B0C7E84-8052-92B2-69D2-A12CCCF97A4B}"/>
              </a:ext>
            </a:extLst>
          </p:cNvPr>
          <p:cNvCxnSpPr>
            <a:cxnSpLocks/>
          </p:cNvCxnSpPr>
          <p:nvPr/>
        </p:nvCxnSpPr>
        <p:spPr>
          <a:xfrm>
            <a:off x="1467988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824ED5E-DB49-5613-05E1-2C6CD6276D2B}"/>
              </a:ext>
            </a:extLst>
          </p:cNvPr>
          <p:cNvCxnSpPr>
            <a:cxnSpLocks/>
          </p:cNvCxnSpPr>
          <p:nvPr/>
        </p:nvCxnSpPr>
        <p:spPr>
          <a:xfrm>
            <a:off x="1939043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01DF7CF-B983-6FDF-9FBD-FD1A71AA52F9}"/>
              </a:ext>
            </a:extLst>
          </p:cNvPr>
          <p:cNvCxnSpPr>
            <a:cxnSpLocks/>
          </p:cNvCxnSpPr>
          <p:nvPr/>
        </p:nvCxnSpPr>
        <p:spPr>
          <a:xfrm>
            <a:off x="2188425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1AD0B98-73B6-79A3-8351-BCE18FF5EC10}"/>
              </a:ext>
            </a:extLst>
          </p:cNvPr>
          <p:cNvCxnSpPr>
            <a:cxnSpLocks/>
          </p:cNvCxnSpPr>
          <p:nvPr/>
        </p:nvCxnSpPr>
        <p:spPr>
          <a:xfrm>
            <a:off x="2919951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221480F-D9D5-8BD3-D418-6C1CAABAB49A}"/>
              </a:ext>
            </a:extLst>
          </p:cNvPr>
          <p:cNvCxnSpPr>
            <a:cxnSpLocks/>
          </p:cNvCxnSpPr>
          <p:nvPr/>
        </p:nvCxnSpPr>
        <p:spPr>
          <a:xfrm>
            <a:off x="3289405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2CD57E8-78C9-4038-58FF-5E50F69B7A67}"/>
              </a:ext>
            </a:extLst>
          </p:cNvPr>
          <p:cNvCxnSpPr>
            <a:cxnSpLocks/>
          </p:cNvCxnSpPr>
          <p:nvPr/>
        </p:nvCxnSpPr>
        <p:spPr>
          <a:xfrm>
            <a:off x="3453031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C4A5AB3-3978-975E-4447-22CA92CCF6AB}"/>
              </a:ext>
            </a:extLst>
          </p:cNvPr>
          <p:cNvCxnSpPr>
            <a:cxnSpLocks/>
          </p:cNvCxnSpPr>
          <p:nvPr/>
        </p:nvCxnSpPr>
        <p:spPr>
          <a:xfrm>
            <a:off x="3739358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91F3033-B707-8658-EBF5-2E8D19695E67}"/>
              </a:ext>
            </a:extLst>
          </p:cNvPr>
          <p:cNvCxnSpPr>
            <a:cxnSpLocks/>
          </p:cNvCxnSpPr>
          <p:nvPr/>
        </p:nvCxnSpPr>
        <p:spPr>
          <a:xfrm>
            <a:off x="3891587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526A11B-CABF-9D5A-C04B-F758F3E4F437}"/>
              </a:ext>
            </a:extLst>
          </p:cNvPr>
          <p:cNvCxnSpPr>
            <a:cxnSpLocks/>
          </p:cNvCxnSpPr>
          <p:nvPr/>
        </p:nvCxnSpPr>
        <p:spPr>
          <a:xfrm>
            <a:off x="4193536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8E22BE2-0258-7EC6-E337-31BCC3A06A7E}"/>
              </a:ext>
            </a:extLst>
          </p:cNvPr>
          <p:cNvCxnSpPr>
            <a:cxnSpLocks/>
          </p:cNvCxnSpPr>
          <p:nvPr/>
        </p:nvCxnSpPr>
        <p:spPr>
          <a:xfrm>
            <a:off x="2324083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622D759-9026-BFA3-4AEF-3E84027D9816}"/>
              </a:ext>
            </a:extLst>
          </p:cNvPr>
          <p:cNvCxnSpPr>
            <a:cxnSpLocks/>
          </p:cNvCxnSpPr>
          <p:nvPr/>
        </p:nvCxnSpPr>
        <p:spPr>
          <a:xfrm>
            <a:off x="2619646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89AFD47-B0C4-7A2C-F889-DB4E35EF5E93}"/>
              </a:ext>
            </a:extLst>
          </p:cNvPr>
          <p:cNvCxnSpPr>
            <a:cxnSpLocks/>
          </p:cNvCxnSpPr>
          <p:nvPr/>
        </p:nvCxnSpPr>
        <p:spPr>
          <a:xfrm>
            <a:off x="7307109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491C78-0404-11C1-9F2C-B2D09329556E}"/>
              </a:ext>
            </a:extLst>
          </p:cNvPr>
          <p:cNvCxnSpPr>
            <a:cxnSpLocks/>
          </p:cNvCxnSpPr>
          <p:nvPr/>
        </p:nvCxnSpPr>
        <p:spPr>
          <a:xfrm>
            <a:off x="7630381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Box 4">
            <a:extLst>
              <a:ext uri="{FF2B5EF4-FFF2-40B4-BE49-F238E27FC236}">
                <a16:creationId xmlns:a16="http://schemas.microsoft.com/office/drawing/2014/main" id="{A297DEC2-08BC-5931-B68C-41C9F6C90146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52900" y="897276"/>
            <a:ext cx="570416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Control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Panel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67" name="Text Box 4">
            <a:extLst>
              <a:ext uri="{FF2B5EF4-FFF2-40B4-BE49-F238E27FC236}">
                <a16:creationId xmlns:a16="http://schemas.microsoft.com/office/drawing/2014/main" id="{6F408264-9281-3409-515B-6152D99D757B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68121" y="903197"/>
            <a:ext cx="46962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Liner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2CCF4AA1-56C3-650D-2469-DCED50B4D4F9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01511" y="1055108"/>
            <a:ext cx="832489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Filter / Mesh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69" name="Text Box 4">
            <a:extLst>
              <a:ext uri="{FF2B5EF4-FFF2-40B4-BE49-F238E27FC236}">
                <a16:creationId xmlns:a16="http://schemas.microsoft.com/office/drawing/2014/main" id="{F80198B7-C292-5356-A77D-6E39C2870F36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664697" y="909121"/>
            <a:ext cx="494872" cy="40229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Lower</a:t>
            </a:r>
          </a:p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Cover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70" name="Text Box 4">
            <a:extLst>
              <a:ext uri="{FF2B5EF4-FFF2-40B4-BE49-F238E27FC236}">
                <a16:creationId xmlns:a16="http://schemas.microsoft.com/office/drawing/2014/main" id="{47840637-0EF0-6F23-6E25-33AAED1964B8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52648" y="1020993"/>
            <a:ext cx="603475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Cabinet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D38A8C9-2903-9D48-B5D1-01284CC94458}"/>
              </a:ext>
            </a:extLst>
          </p:cNvPr>
          <p:cNvCxnSpPr>
            <a:cxnSpLocks/>
          </p:cNvCxnSpPr>
          <p:nvPr/>
        </p:nvCxnSpPr>
        <p:spPr>
          <a:xfrm>
            <a:off x="1774639" y="4049684"/>
            <a:ext cx="0" cy="30949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7B8745BB-6B08-B53A-F359-3B30DA68AAEF}"/>
              </a:ext>
            </a:extLst>
          </p:cNvPr>
          <p:cNvCxnSpPr/>
          <p:nvPr/>
        </p:nvCxnSpPr>
        <p:spPr>
          <a:xfrm>
            <a:off x="672555" y="3882900"/>
            <a:ext cx="8686045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Box 4">
            <a:extLst>
              <a:ext uri="{FF2B5EF4-FFF2-40B4-BE49-F238E27FC236}">
                <a16:creationId xmlns:a16="http://schemas.microsoft.com/office/drawing/2014/main" id="{E034B896-1077-CBC1-16B9-FA6D0D7DC9F2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14669" y="186138"/>
            <a:ext cx="31299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3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4C6B4242-1203-04D6-AD03-2B2DEE5C0F4E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44393" y="226162"/>
            <a:ext cx="2521074" cy="585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3D091CFA-2D3B-9772-E7F7-F051B194ABDC}"/>
              </a:ext>
            </a:extLst>
          </p:cNvPr>
          <p:cNvSpPr/>
          <p:nvPr/>
        </p:nvSpPr>
        <p:spPr>
          <a:xfrm>
            <a:off x="7756123" y="623208"/>
            <a:ext cx="676677" cy="192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Text Box 4">
            <a:extLst>
              <a:ext uri="{FF2B5EF4-FFF2-40B4-BE49-F238E27FC236}">
                <a16:creationId xmlns:a16="http://schemas.microsoft.com/office/drawing/2014/main" id="{425B030C-D617-03B5-5DD4-9FFD26A0A0A1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531753" y="352513"/>
            <a:ext cx="1112983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ko-KR" altLang="en-US" sz="1000" kern="0" dirty="0" err="1"/>
              <a:t>식세기</a:t>
            </a:r>
            <a:r>
              <a:rPr lang="ko-KR" altLang="en-US" sz="1000" kern="0" dirty="0"/>
              <a:t> 측방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34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0720-A5B1-ACFF-6436-9F9632BF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89E761-C963-9E0C-3608-D9BB5379265D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47636" y="1102399"/>
            <a:ext cx="7165247" cy="18012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2F932-7226-A7B8-E2CC-79988EB59CA9}"/>
              </a:ext>
            </a:extLst>
          </p:cNvPr>
          <p:cNvSpPr txBox="1"/>
          <p:nvPr/>
        </p:nvSpPr>
        <p:spPr>
          <a:xfrm>
            <a:off x="372610" y="782535"/>
            <a:ext cx="388302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92075" indent="-92075">
              <a:buFont typeface="Wingdings" panose="05000000000000000000" pitchFamily="2" charset="2"/>
              <a:buChar char="q"/>
              <a:defRPr sz="14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latinLnBrk="0"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kern="0" dirty="0">
                <a:solidFill>
                  <a:prstClr val="black"/>
                </a:solidFill>
              </a:rPr>
              <a:t>총조</a:t>
            </a:r>
            <a:r>
              <a:rPr lang="en-US" altLang="ko-KR" kern="0" dirty="0">
                <a:solidFill>
                  <a:prstClr val="black"/>
                </a:solidFill>
              </a:rPr>
              <a:t> AMR </a:t>
            </a:r>
            <a:r>
              <a:rPr lang="ko-KR" altLang="en-US" kern="0" dirty="0">
                <a:solidFill>
                  <a:prstClr val="black"/>
                </a:solidFill>
              </a:rPr>
              <a:t>적용 설계 안</a:t>
            </a:r>
            <a:endParaRPr lang="en-US" altLang="ko-KR" kern="0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2967481-22D6-3E08-AF81-9091191C3167}"/>
              </a:ext>
            </a:extLst>
          </p:cNvPr>
          <p:cNvSpPr txBox="1">
            <a:spLocks/>
          </p:cNvSpPr>
          <p:nvPr/>
        </p:nvSpPr>
        <p:spPr>
          <a:xfrm>
            <a:off x="469060" y="1088321"/>
            <a:ext cx="3001651" cy="661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938">
              <a:buFont typeface="Wingdings" panose="05000000000000000000" pitchFamily="2" charset="2"/>
              <a:buChar char="§"/>
              <a:tabLst>
                <a:tab pos="985838" algn="l"/>
              </a:tabLst>
            </a:pPr>
            <a:r>
              <a:rPr lang="ko-KR" altLang="en-US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AMR Type</a:t>
            </a:r>
            <a:br>
              <a:rPr lang="en-US" altLang="ko-KR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대차 자재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Turn Lift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저상형</a:t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Box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자재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Conveyor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</a:t>
            </a:r>
            <a:endParaRPr lang="en-US" altLang="ko-KR" sz="12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975E69-2964-2AFD-F6D1-4F30FDF88371}"/>
              </a:ext>
            </a:extLst>
          </p:cNvPr>
          <p:cNvSpPr txBox="1"/>
          <p:nvPr/>
        </p:nvSpPr>
        <p:spPr>
          <a:xfrm>
            <a:off x="2081326" y="2216396"/>
            <a:ext cx="277888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ko-KR" altLang="en-US" dirty="0">
                <a:solidFill>
                  <a:srgbClr val="008000"/>
                </a:solidFill>
              </a:rPr>
              <a:t>평균</a:t>
            </a:r>
            <a:endParaRPr lang="en-US" altLang="ko-KR" dirty="0">
              <a:solidFill>
                <a:srgbClr val="008000"/>
              </a:solidFill>
            </a:endParaRPr>
          </a:p>
        </p:txBody>
      </p:sp>
      <p:sp>
        <p:nvSpPr>
          <p:cNvPr id="58" name="TextBox 423">
            <a:extLst>
              <a:ext uri="{FF2B5EF4-FFF2-40B4-BE49-F238E27FC236}">
                <a16:creationId xmlns:a16="http://schemas.microsoft.com/office/drawing/2014/main" id="{98D60239-7AB3-6D56-AAE6-C5F4B9C9DD2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30216" y="2893716"/>
            <a:ext cx="1417623" cy="25736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marL="92075" indent="-92075" eaLnBrk="0" fontAlgn="base" latinLnBrk="0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2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연속반송기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→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Depot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DD33BD-C574-DFED-6D70-064281623465}"/>
              </a:ext>
            </a:extLst>
          </p:cNvPr>
          <p:cNvSpPr txBox="1"/>
          <p:nvPr/>
        </p:nvSpPr>
        <p:spPr>
          <a:xfrm>
            <a:off x="1354145" y="2499758"/>
            <a:ext cx="826115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ko-KR" altLang="en-US" dirty="0">
                <a:solidFill>
                  <a:srgbClr val="008000"/>
                </a:solidFill>
              </a:rPr>
              <a:t>여유율 </a:t>
            </a:r>
            <a:r>
              <a:rPr lang="en-US" altLang="ko-KR" dirty="0">
                <a:solidFill>
                  <a:srgbClr val="008000"/>
                </a:solidFill>
              </a:rPr>
              <a:t>30% </a:t>
            </a:r>
            <a:r>
              <a:rPr lang="ko-KR" altLang="en-US" dirty="0">
                <a:solidFill>
                  <a:srgbClr val="008000"/>
                </a:solidFill>
              </a:rPr>
              <a:t>적용</a:t>
            </a:r>
            <a:endParaRPr lang="en-US" altLang="ko-KR" dirty="0">
              <a:solidFill>
                <a:srgbClr val="008000"/>
              </a:solidFill>
            </a:endParaRPr>
          </a:p>
        </p:txBody>
      </p:sp>
      <p:sp>
        <p:nvSpPr>
          <p:cNvPr id="61" name="내용 개체 틀 2">
            <a:extLst>
              <a:ext uri="{FF2B5EF4-FFF2-40B4-BE49-F238E27FC236}">
                <a16:creationId xmlns:a16="http://schemas.microsoft.com/office/drawing/2014/main" id="{8123AACF-D7EA-195F-4C9C-C8C8B72C8284}"/>
              </a:ext>
            </a:extLst>
          </p:cNvPr>
          <p:cNvSpPr txBox="1">
            <a:spLocks/>
          </p:cNvSpPr>
          <p:nvPr/>
        </p:nvSpPr>
        <p:spPr>
          <a:xfrm>
            <a:off x="469060" y="2409301"/>
            <a:ext cx="3001651" cy="4770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938">
              <a:buFont typeface="Wingdings" panose="05000000000000000000" pitchFamily="2" charset="2"/>
              <a:buChar char="§"/>
              <a:tabLst>
                <a:tab pos="985838" algn="l"/>
              </a:tabLst>
            </a:pPr>
            <a:r>
              <a:rPr lang="ko-KR" altLang="en-US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수량 산출</a:t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저상형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0033CC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13</a:t>
            </a:r>
            <a:r>
              <a:rPr lang="ko-KR" altLang="en-US" sz="1200" b="1" dirty="0">
                <a:solidFill>
                  <a:srgbClr val="0033CC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</a:t>
            </a:r>
            <a:endParaRPr lang="en-US" altLang="ko-KR" sz="1200" b="1" dirty="0">
              <a:solidFill>
                <a:srgbClr val="0033CC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내용 개체 틀 2">
            <a:extLst>
              <a:ext uri="{FF2B5EF4-FFF2-40B4-BE49-F238E27FC236}">
                <a16:creationId xmlns:a16="http://schemas.microsoft.com/office/drawing/2014/main" id="{8986FC6B-8071-2918-A625-4FC0C1411D29}"/>
              </a:ext>
            </a:extLst>
          </p:cNvPr>
          <p:cNvSpPr txBox="1">
            <a:spLocks/>
          </p:cNvSpPr>
          <p:nvPr/>
        </p:nvSpPr>
        <p:spPr>
          <a:xfrm>
            <a:off x="472897" y="1747581"/>
            <a:ext cx="3001651" cy="661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938">
              <a:buFont typeface="Wingdings" panose="05000000000000000000" pitchFamily="2" charset="2"/>
              <a:buChar char="§"/>
              <a:tabLst>
                <a:tab pos="985838" algn="l"/>
              </a:tabLst>
            </a:pPr>
            <a:r>
              <a:rPr lang="en-US" altLang="ko-KR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H/W Spec. </a:t>
            </a:r>
            <a:b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Payload : 600kg</a:t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AMR Speed : 40m / min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81892A-0026-8AF7-E4FC-76A931210F2A}"/>
              </a:ext>
            </a:extLst>
          </p:cNvPr>
          <p:cNvSpPr txBox="1"/>
          <p:nvPr/>
        </p:nvSpPr>
        <p:spPr>
          <a:xfrm>
            <a:off x="3533843" y="6002783"/>
            <a:ext cx="303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5" name="제목 6">
            <a:extLst>
              <a:ext uri="{FF2B5EF4-FFF2-40B4-BE49-F238E27FC236}">
                <a16:creationId xmlns:a16="http://schemas.microsoft.com/office/drawing/2014/main" id="{2ED62DB5-97FC-5CA6-C8E6-AB03935E7668}"/>
              </a:ext>
            </a:extLst>
          </p:cNvPr>
          <p:cNvSpPr txBox="1">
            <a:spLocks/>
          </p:cNvSpPr>
          <p:nvPr/>
        </p:nvSpPr>
        <p:spPr>
          <a:xfrm>
            <a:off x="185614" y="120060"/>
            <a:ext cx="2833074" cy="38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36000" tIns="36000" rIns="36000" bIns="36000" anchor="t" anchorCtr="0">
            <a:spAutoFit/>
          </a:bodyPr>
          <a:lstStyle>
            <a:defPPr>
              <a:defRPr lang="ko-KR"/>
            </a:defPPr>
            <a:lvl1pPr latinLnBrk="0">
              <a:defRPr sz="20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2-2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오븐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AMR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운영 안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_</a:t>
            </a:r>
            <a:r>
              <a:rPr lang="ko-KR" altLang="en-US" dirty="0" err="1"/>
              <a:t>총조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352FDD-65BB-EEFA-5097-0C84D6127E3E}"/>
              </a:ext>
            </a:extLst>
          </p:cNvPr>
          <p:cNvSpPr/>
          <p:nvPr/>
        </p:nvSpPr>
        <p:spPr>
          <a:xfrm>
            <a:off x="4971930" y="1831845"/>
            <a:ext cx="824493" cy="343616"/>
          </a:xfrm>
          <a:prstGeom prst="rect">
            <a:avLst/>
          </a:prstGeom>
          <a:solidFill>
            <a:srgbClr val="FFFF0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876159-E5D6-F3D4-F7D8-AABCD5A6053F}"/>
              </a:ext>
            </a:extLst>
          </p:cNvPr>
          <p:cNvSpPr/>
          <p:nvPr/>
        </p:nvSpPr>
        <p:spPr>
          <a:xfrm>
            <a:off x="5841838" y="1879678"/>
            <a:ext cx="660561" cy="309488"/>
          </a:xfrm>
          <a:prstGeom prst="rect">
            <a:avLst/>
          </a:prstGeom>
          <a:solidFill>
            <a:srgbClr val="92D05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246E78-B125-50B5-3A03-D9E0C6D5E6E0}"/>
              </a:ext>
            </a:extLst>
          </p:cNvPr>
          <p:cNvSpPr/>
          <p:nvPr/>
        </p:nvSpPr>
        <p:spPr>
          <a:xfrm>
            <a:off x="5773672" y="2219583"/>
            <a:ext cx="1329118" cy="296148"/>
          </a:xfrm>
          <a:prstGeom prst="rect">
            <a:avLst/>
          </a:prstGeom>
          <a:solidFill>
            <a:srgbClr val="00B0F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B8634714-B9FA-AD40-9333-C7528F9D4D2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80952" y="1157025"/>
            <a:ext cx="868109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연속</a:t>
            </a:r>
            <a:r>
              <a:rPr lang="en-US" altLang="ko-KR" sz="1000" kern="0" dirty="0"/>
              <a:t> </a:t>
            </a:r>
            <a:r>
              <a:rPr lang="ko-KR" altLang="en-US" sz="1000" kern="0" dirty="0" err="1"/>
              <a:t>반송기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E0EB3D-34D1-B735-6968-5077129A85D4}"/>
              </a:ext>
            </a:extLst>
          </p:cNvPr>
          <p:cNvCxnSpPr>
            <a:cxnSpLocks/>
          </p:cNvCxnSpPr>
          <p:nvPr/>
        </p:nvCxnSpPr>
        <p:spPr>
          <a:xfrm>
            <a:off x="4387981" y="1789315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C0BC95A-ED32-6BC7-1711-EB1C3ACE1066}"/>
              </a:ext>
            </a:extLst>
          </p:cNvPr>
          <p:cNvCxnSpPr>
            <a:cxnSpLocks/>
          </p:cNvCxnSpPr>
          <p:nvPr/>
        </p:nvCxnSpPr>
        <p:spPr>
          <a:xfrm>
            <a:off x="2992582" y="1789315"/>
            <a:ext cx="60465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FEC830B-533E-4C8F-7C60-41C5F8364324}"/>
              </a:ext>
            </a:extLst>
          </p:cNvPr>
          <p:cNvCxnSpPr>
            <a:cxnSpLocks/>
          </p:cNvCxnSpPr>
          <p:nvPr/>
        </p:nvCxnSpPr>
        <p:spPr>
          <a:xfrm>
            <a:off x="4381918" y="2506495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41A00684-1E3F-1BDE-B624-0965EBA77003}"/>
              </a:ext>
            </a:extLst>
          </p:cNvPr>
          <p:cNvCxnSpPr>
            <a:cxnSpLocks/>
          </p:cNvCxnSpPr>
          <p:nvPr/>
        </p:nvCxnSpPr>
        <p:spPr>
          <a:xfrm>
            <a:off x="6778823" y="2124512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945B67C6-63AD-DCA5-6EA5-F4192F8087FD}"/>
              </a:ext>
            </a:extLst>
          </p:cNvPr>
          <p:cNvCxnSpPr>
            <a:cxnSpLocks/>
          </p:cNvCxnSpPr>
          <p:nvPr/>
        </p:nvCxnSpPr>
        <p:spPr>
          <a:xfrm>
            <a:off x="3066930" y="1844735"/>
            <a:ext cx="59722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F71CD6C-F21A-8CBD-6342-C649B73F55D7}"/>
              </a:ext>
            </a:extLst>
          </p:cNvPr>
          <p:cNvCxnSpPr>
            <a:cxnSpLocks/>
          </p:cNvCxnSpPr>
          <p:nvPr/>
        </p:nvCxnSpPr>
        <p:spPr>
          <a:xfrm>
            <a:off x="6957770" y="2124512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C70CB42F-BC3A-8A3E-757F-D108ADD0D2C4}"/>
              </a:ext>
            </a:extLst>
          </p:cNvPr>
          <p:cNvCxnSpPr>
            <a:cxnSpLocks/>
          </p:cNvCxnSpPr>
          <p:nvPr/>
        </p:nvCxnSpPr>
        <p:spPr>
          <a:xfrm>
            <a:off x="7006971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C47E21D6-3D58-67AF-D562-6CE38A0EA09E}"/>
              </a:ext>
            </a:extLst>
          </p:cNvPr>
          <p:cNvCxnSpPr>
            <a:cxnSpLocks/>
          </p:cNvCxnSpPr>
          <p:nvPr/>
        </p:nvCxnSpPr>
        <p:spPr>
          <a:xfrm>
            <a:off x="7130501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50261ED-A10F-E0B2-948E-EF064EB05ACD}"/>
              </a:ext>
            </a:extLst>
          </p:cNvPr>
          <p:cNvCxnSpPr>
            <a:cxnSpLocks/>
          </p:cNvCxnSpPr>
          <p:nvPr/>
        </p:nvCxnSpPr>
        <p:spPr>
          <a:xfrm>
            <a:off x="8908520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CE69B8E8-0B65-95E2-7490-0CE173173A4B}"/>
              </a:ext>
            </a:extLst>
          </p:cNvPr>
          <p:cNvCxnSpPr>
            <a:cxnSpLocks/>
          </p:cNvCxnSpPr>
          <p:nvPr/>
        </p:nvCxnSpPr>
        <p:spPr>
          <a:xfrm>
            <a:off x="9032050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7E684B48-702A-B01D-C766-761CB06CA72A}"/>
              </a:ext>
            </a:extLst>
          </p:cNvPr>
          <p:cNvCxnSpPr>
            <a:cxnSpLocks/>
          </p:cNvCxnSpPr>
          <p:nvPr/>
        </p:nvCxnSpPr>
        <p:spPr>
          <a:xfrm>
            <a:off x="4438043" y="1780227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A581CFC-E68A-DD20-3B03-975A8E0D4F3F}"/>
              </a:ext>
            </a:extLst>
          </p:cNvPr>
          <p:cNvCxnSpPr>
            <a:cxnSpLocks/>
          </p:cNvCxnSpPr>
          <p:nvPr/>
        </p:nvCxnSpPr>
        <p:spPr>
          <a:xfrm>
            <a:off x="7080439" y="1789315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61D7676-05A1-80A1-A79E-310A238E43FF}"/>
              </a:ext>
            </a:extLst>
          </p:cNvPr>
          <p:cNvCxnSpPr>
            <a:cxnSpLocks/>
          </p:cNvCxnSpPr>
          <p:nvPr/>
        </p:nvCxnSpPr>
        <p:spPr>
          <a:xfrm>
            <a:off x="7130501" y="1780227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C1D0462-F3BE-00C4-7841-3495B00D3F76}"/>
              </a:ext>
            </a:extLst>
          </p:cNvPr>
          <p:cNvCxnSpPr>
            <a:cxnSpLocks/>
          </p:cNvCxnSpPr>
          <p:nvPr/>
        </p:nvCxnSpPr>
        <p:spPr>
          <a:xfrm>
            <a:off x="4381918" y="2528408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603F2402-C78C-7348-1620-DE9F1E7B4C2C}"/>
              </a:ext>
            </a:extLst>
          </p:cNvPr>
          <p:cNvCxnSpPr>
            <a:cxnSpLocks/>
          </p:cNvCxnSpPr>
          <p:nvPr/>
        </p:nvCxnSpPr>
        <p:spPr>
          <a:xfrm>
            <a:off x="4381918" y="2192821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9DE02145-557C-C744-C247-9F1EF2F4DB6F}"/>
              </a:ext>
            </a:extLst>
          </p:cNvPr>
          <p:cNvCxnSpPr>
            <a:cxnSpLocks/>
          </p:cNvCxnSpPr>
          <p:nvPr/>
        </p:nvCxnSpPr>
        <p:spPr>
          <a:xfrm>
            <a:off x="4381918" y="2214734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D9A0F05-852C-A410-5241-9EEB18E62303}"/>
              </a:ext>
            </a:extLst>
          </p:cNvPr>
          <p:cNvCxnSpPr>
            <a:cxnSpLocks/>
          </p:cNvCxnSpPr>
          <p:nvPr/>
        </p:nvCxnSpPr>
        <p:spPr>
          <a:xfrm>
            <a:off x="5810249" y="1780227"/>
            <a:ext cx="0" cy="408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75732996-9851-A68F-A97C-11F714BC9900}"/>
              </a:ext>
            </a:extLst>
          </p:cNvPr>
          <p:cNvCxnSpPr>
            <a:cxnSpLocks/>
          </p:cNvCxnSpPr>
          <p:nvPr/>
        </p:nvCxnSpPr>
        <p:spPr>
          <a:xfrm>
            <a:off x="4943764" y="1789315"/>
            <a:ext cx="0" cy="408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65A64689-390A-587A-8EA4-03277CD59698}"/>
              </a:ext>
            </a:extLst>
          </p:cNvPr>
          <p:cNvCxnSpPr>
            <a:cxnSpLocks/>
          </p:cNvCxnSpPr>
          <p:nvPr/>
        </p:nvCxnSpPr>
        <p:spPr>
          <a:xfrm>
            <a:off x="6513944" y="1789315"/>
            <a:ext cx="0" cy="408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 Box 4">
            <a:extLst>
              <a:ext uri="{FF2B5EF4-FFF2-40B4-BE49-F238E27FC236}">
                <a16:creationId xmlns:a16="http://schemas.microsoft.com/office/drawing/2014/main" id="{044E2F9B-53CD-849D-500E-0FBA0FE971C7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59999" y="2244798"/>
            <a:ext cx="78634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 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01" name="Text Box 4">
            <a:extLst>
              <a:ext uri="{FF2B5EF4-FFF2-40B4-BE49-F238E27FC236}">
                <a16:creationId xmlns:a16="http://schemas.microsoft.com/office/drawing/2014/main" id="{DE527515-D89B-A52C-7B49-C2FC9B29838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2717" y="1893979"/>
            <a:ext cx="954910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Cooktop 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02" name="Text Box 4">
            <a:extLst>
              <a:ext uri="{FF2B5EF4-FFF2-40B4-BE49-F238E27FC236}">
                <a16:creationId xmlns:a16="http://schemas.microsoft.com/office/drawing/2014/main" id="{5AC81A92-A35F-D29E-AE32-EE2F64BF895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85049" y="1893979"/>
            <a:ext cx="872823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Drawer 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78F3F730-BFF4-3C6C-10AE-6ECB1DDD820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34738" y="1891383"/>
            <a:ext cx="714470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</a:t>
            </a:r>
            <a:r>
              <a:rPr lang="ko-KR" altLang="en-US" sz="1000" kern="0" dirty="0"/>
              <a:t>투입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49410268-B963-97A0-0F2F-BA010CD1F559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00316" y="1361937"/>
            <a:ext cx="840423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Drawer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투입</a:t>
            </a:r>
          </a:p>
        </p:txBody>
      </p:sp>
      <p:sp>
        <p:nvSpPr>
          <p:cNvPr id="99" name="Text Box 4">
            <a:extLst>
              <a:ext uri="{FF2B5EF4-FFF2-40B4-BE49-F238E27FC236}">
                <a16:creationId xmlns:a16="http://schemas.microsoft.com/office/drawing/2014/main" id="{00BD365E-F539-D334-7BF9-EE1769B086A6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460393" y="1361940"/>
            <a:ext cx="97654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Cook Top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투입</a:t>
            </a: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61531591-D884-013B-7B80-825AF184E08E}"/>
              </a:ext>
            </a:extLst>
          </p:cNvPr>
          <p:cNvCxnSpPr>
            <a:cxnSpLocks/>
          </p:cNvCxnSpPr>
          <p:nvPr/>
        </p:nvCxnSpPr>
        <p:spPr>
          <a:xfrm>
            <a:off x="3066930" y="1474147"/>
            <a:ext cx="0" cy="370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26083AD-FF33-81B3-47DB-698D5DD1E35F}"/>
              </a:ext>
            </a:extLst>
          </p:cNvPr>
          <p:cNvCxnSpPr>
            <a:cxnSpLocks/>
          </p:cNvCxnSpPr>
          <p:nvPr/>
        </p:nvCxnSpPr>
        <p:spPr>
          <a:xfrm>
            <a:off x="2983806" y="1492837"/>
            <a:ext cx="1329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0379883A-D7D5-5C5B-9EE0-515991FFF8FA}"/>
              </a:ext>
            </a:extLst>
          </p:cNvPr>
          <p:cNvCxnSpPr>
            <a:cxnSpLocks/>
          </p:cNvCxnSpPr>
          <p:nvPr/>
        </p:nvCxnSpPr>
        <p:spPr>
          <a:xfrm>
            <a:off x="3106166" y="1474147"/>
            <a:ext cx="0" cy="370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54E6D308-67A7-042C-973D-DA78CBDAA53D}"/>
              </a:ext>
            </a:extLst>
          </p:cNvPr>
          <p:cNvCxnSpPr>
            <a:cxnSpLocks/>
          </p:cNvCxnSpPr>
          <p:nvPr/>
        </p:nvCxnSpPr>
        <p:spPr>
          <a:xfrm>
            <a:off x="4664364" y="1656519"/>
            <a:ext cx="4948519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4">
            <a:extLst>
              <a:ext uri="{FF2B5EF4-FFF2-40B4-BE49-F238E27FC236}">
                <a16:creationId xmlns:a16="http://schemas.microsoft.com/office/drawing/2014/main" id="{C0EA9DC3-A722-7BAA-B349-B021506EE1C6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43805" y="1362212"/>
            <a:ext cx="441708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ko-KR" altLang="en-US" sz="1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총조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32" name="Text Box 4">
            <a:extLst>
              <a:ext uri="{FF2B5EF4-FFF2-40B4-BE49-F238E27FC236}">
                <a16:creationId xmlns:a16="http://schemas.microsoft.com/office/drawing/2014/main" id="{88C9163B-6B75-D649-7826-ABE59253098F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62085" y="352144"/>
            <a:ext cx="31299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3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C748BA02-F322-0710-211A-2F77627E2585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91809" y="392168"/>
            <a:ext cx="2521074" cy="585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06A5C71-5011-1004-C13A-C4D6766EEE7A}"/>
              </a:ext>
            </a:extLst>
          </p:cNvPr>
          <p:cNvSpPr/>
          <p:nvPr/>
        </p:nvSpPr>
        <p:spPr>
          <a:xfrm>
            <a:off x="7091808" y="782536"/>
            <a:ext cx="1257865" cy="1894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E8BEA745-8186-DB79-C921-25F2CD572E7C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01045" y="513704"/>
            <a:ext cx="1008482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ko-KR" altLang="en-US" sz="1000" kern="0" dirty="0"/>
              <a:t>오븐 전방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36" name="TextBox 423">
            <a:extLst>
              <a:ext uri="{FF2B5EF4-FFF2-40B4-BE49-F238E27FC236}">
                <a16:creationId xmlns:a16="http://schemas.microsoft.com/office/drawing/2014/main" id="{0B2F2BEF-4D63-90AC-6393-95ED4032EC3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30216" y="4796938"/>
            <a:ext cx="1004048" cy="25736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marL="92075" indent="-92075" eaLnBrk="0" fontAlgn="base" latinLnBrk="0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Depot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→ </a:t>
            </a:r>
            <a:r>
              <a:rPr kumimoji="1" lang="ko-KR" altLang="en-US" sz="12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총조</a:t>
            </a:r>
            <a:endParaRPr kumimoji="1" lang="en-US" altLang="ko-KR" sz="1200" dirty="0">
              <a:solidFill>
                <a:srgbClr val="000000"/>
              </a:solidFill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38" name="표 137">
            <a:extLst>
              <a:ext uri="{FF2B5EF4-FFF2-40B4-BE49-F238E27FC236}">
                <a16:creationId xmlns:a16="http://schemas.microsoft.com/office/drawing/2014/main" id="{F009E6FB-E202-F97D-7C94-413F488BC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88267"/>
              </p:ext>
            </p:extLst>
          </p:nvPr>
        </p:nvGraphicFramePr>
        <p:xfrm>
          <a:off x="1090739" y="3211403"/>
          <a:ext cx="6047884" cy="1515896"/>
        </p:xfrm>
        <a:graphic>
          <a:graphicData uri="http://schemas.openxmlformats.org/drawingml/2006/table">
            <a:tbl>
              <a:tblPr/>
              <a:tblGrid>
                <a:gridCol w="292966">
                  <a:extLst>
                    <a:ext uri="{9D8B030D-6E8A-4147-A177-3AD203B41FA5}">
                      <a16:colId xmlns:a16="http://schemas.microsoft.com/office/drawing/2014/main" val="3041442809"/>
                    </a:ext>
                  </a:extLst>
                </a:gridCol>
                <a:gridCol w="587808">
                  <a:extLst>
                    <a:ext uri="{9D8B030D-6E8A-4147-A177-3AD203B41FA5}">
                      <a16:colId xmlns:a16="http://schemas.microsoft.com/office/drawing/2014/main" val="347303555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837513124"/>
                    </a:ext>
                  </a:extLst>
                </a:gridCol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410515">
                  <a:extLst>
                    <a:ext uri="{9D8B030D-6E8A-4147-A177-3AD203B41FA5}">
                      <a16:colId xmlns:a16="http://schemas.microsoft.com/office/drawing/2014/main" val="1161731726"/>
                    </a:ext>
                  </a:extLst>
                </a:gridCol>
                <a:gridCol w="668471">
                  <a:extLst>
                    <a:ext uri="{9D8B030D-6E8A-4147-A177-3AD203B41FA5}">
                      <a16:colId xmlns:a16="http://schemas.microsoft.com/office/drawing/2014/main" val="1224217151"/>
                    </a:ext>
                  </a:extLst>
                </a:gridCol>
                <a:gridCol w="524799">
                  <a:extLst>
                    <a:ext uri="{9D8B030D-6E8A-4147-A177-3AD203B41FA5}">
                      <a16:colId xmlns:a16="http://schemas.microsoft.com/office/drawing/2014/main" val="798496250"/>
                    </a:ext>
                  </a:extLst>
                </a:gridCol>
                <a:gridCol w="596635">
                  <a:extLst>
                    <a:ext uri="{9D8B030D-6E8A-4147-A177-3AD203B41FA5}">
                      <a16:colId xmlns:a16="http://schemas.microsoft.com/office/drawing/2014/main" val="3017387438"/>
                    </a:ext>
                  </a:extLst>
                </a:gridCol>
                <a:gridCol w="408882">
                  <a:extLst>
                    <a:ext uri="{9D8B030D-6E8A-4147-A177-3AD203B41FA5}">
                      <a16:colId xmlns:a16="http://schemas.microsoft.com/office/drawing/2014/main" val="957500429"/>
                    </a:ext>
                  </a:extLst>
                </a:gridCol>
                <a:gridCol w="539492">
                  <a:extLst>
                    <a:ext uri="{9D8B030D-6E8A-4147-A177-3AD203B41FA5}">
                      <a16:colId xmlns:a16="http://schemas.microsoft.com/office/drawing/2014/main" val="4226875642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Line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Item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장입 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용기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이송 대차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1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공급 빈도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이동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거리 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왕복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Cycle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Time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운반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횟수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 Plate Assy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200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190m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7.8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Drawer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14.3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235m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275m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Assembly,Oven (T/Plate)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190m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7.8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275m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Assembly,Full_U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275m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Total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7.2(8)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E67F1A3A-6176-6F26-152F-81F79BF0A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728896"/>
              </p:ext>
            </p:extLst>
          </p:nvPr>
        </p:nvGraphicFramePr>
        <p:xfrm>
          <a:off x="1090739" y="5059440"/>
          <a:ext cx="6047884" cy="1515896"/>
        </p:xfrm>
        <a:graphic>
          <a:graphicData uri="http://schemas.openxmlformats.org/drawingml/2006/table">
            <a:tbl>
              <a:tblPr/>
              <a:tblGrid>
                <a:gridCol w="292966">
                  <a:extLst>
                    <a:ext uri="{9D8B030D-6E8A-4147-A177-3AD203B41FA5}">
                      <a16:colId xmlns:a16="http://schemas.microsoft.com/office/drawing/2014/main" val="3041442809"/>
                    </a:ext>
                  </a:extLst>
                </a:gridCol>
                <a:gridCol w="587808">
                  <a:extLst>
                    <a:ext uri="{9D8B030D-6E8A-4147-A177-3AD203B41FA5}">
                      <a16:colId xmlns:a16="http://schemas.microsoft.com/office/drawing/2014/main" val="347303555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837513124"/>
                    </a:ext>
                  </a:extLst>
                </a:gridCol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410515">
                  <a:extLst>
                    <a:ext uri="{9D8B030D-6E8A-4147-A177-3AD203B41FA5}">
                      <a16:colId xmlns:a16="http://schemas.microsoft.com/office/drawing/2014/main" val="1161731726"/>
                    </a:ext>
                  </a:extLst>
                </a:gridCol>
                <a:gridCol w="668471">
                  <a:extLst>
                    <a:ext uri="{9D8B030D-6E8A-4147-A177-3AD203B41FA5}">
                      <a16:colId xmlns:a16="http://schemas.microsoft.com/office/drawing/2014/main" val="1224217151"/>
                    </a:ext>
                  </a:extLst>
                </a:gridCol>
                <a:gridCol w="524799">
                  <a:extLst>
                    <a:ext uri="{9D8B030D-6E8A-4147-A177-3AD203B41FA5}">
                      <a16:colId xmlns:a16="http://schemas.microsoft.com/office/drawing/2014/main" val="798496250"/>
                    </a:ext>
                  </a:extLst>
                </a:gridCol>
                <a:gridCol w="596635">
                  <a:extLst>
                    <a:ext uri="{9D8B030D-6E8A-4147-A177-3AD203B41FA5}">
                      <a16:colId xmlns:a16="http://schemas.microsoft.com/office/drawing/2014/main" val="3017387438"/>
                    </a:ext>
                  </a:extLst>
                </a:gridCol>
                <a:gridCol w="408882">
                  <a:extLst>
                    <a:ext uri="{9D8B030D-6E8A-4147-A177-3AD203B41FA5}">
                      <a16:colId xmlns:a16="http://schemas.microsoft.com/office/drawing/2014/main" val="957500429"/>
                    </a:ext>
                  </a:extLst>
                </a:gridCol>
                <a:gridCol w="539492">
                  <a:extLst>
                    <a:ext uri="{9D8B030D-6E8A-4147-A177-3AD203B41FA5}">
                      <a16:colId xmlns:a16="http://schemas.microsoft.com/office/drawing/2014/main" val="4226875642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Line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Item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장입 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용기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이송 대차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1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공급 빈도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이동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거리 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왕복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Cycle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Time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운반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횟수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 Plate Assy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200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250m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Drawer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11.7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4.2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Assembly,Oven (T/Plate)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250m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4.2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Assembly,Full_U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4.2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Total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4.8(5)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142" name="오른쪽 중괄호 141">
            <a:extLst>
              <a:ext uri="{FF2B5EF4-FFF2-40B4-BE49-F238E27FC236}">
                <a16:creationId xmlns:a16="http://schemas.microsoft.com/office/drawing/2014/main" id="{A04DEE0F-3E55-D4BF-33FE-B7312BE360B1}"/>
              </a:ext>
            </a:extLst>
          </p:cNvPr>
          <p:cNvSpPr/>
          <p:nvPr/>
        </p:nvSpPr>
        <p:spPr>
          <a:xfrm>
            <a:off x="7138623" y="355166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D30EFF1-8D20-E1C1-6BAE-FD03EB1629BA}"/>
              </a:ext>
            </a:extLst>
          </p:cNvPr>
          <p:cNvSpPr txBox="1"/>
          <p:nvPr/>
        </p:nvSpPr>
        <p:spPr>
          <a:xfrm>
            <a:off x="7318579" y="374225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7.2</a:t>
            </a:r>
          </a:p>
        </p:txBody>
      </p:sp>
      <p:sp>
        <p:nvSpPr>
          <p:cNvPr id="144" name="오른쪽 중괄호 143">
            <a:extLst>
              <a:ext uri="{FF2B5EF4-FFF2-40B4-BE49-F238E27FC236}">
                <a16:creationId xmlns:a16="http://schemas.microsoft.com/office/drawing/2014/main" id="{A0E9786C-7B62-0D4D-83FE-67A634A2EB66}"/>
              </a:ext>
            </a:extLst>
          </p:cNvPr>
          <p:cNvSpPr/>
          <p:nvPr/>
        </p:nvSpPr>
        <p:spPr>
          <a:xfrm>
            <a:off x="7138623" y="406965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FA08A00-20B3-265D-8B74-F119C25C96FF}"/>
              </a:ext>
            </a:extLst>
          </p:cNvPr>
          <p:cNvSpPr txBox="1"/>
          <p:nvPr/>
        </p:nvSpPr>
        <p:spPr>
          <a:xfrm>
            <a:off x="7318579" y="426023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7.1</a:t>
            </a:r>
          </a:p>
        </p:txBody>
      </p:sp>
      <p:sp>
        <p:nvSpPr>
          <p:cNvPr id="146" name="오른쪽 중괄호 145">
            <a:extLst>
              <a:ext uri="{FF2B5EF4-FFF2-40B4-BE49-F238E27FC236}">
                <a16:creationId xmlns:a16="http://schemas.microsoft.com/office/drawing/2014/main" id="{82A47E1A-C3E7-A35B-9965-DC3852760089}"/>
              </a:ext>
            </a:extLst>
          </p:cNvPr>
          <p:cNvSpPr/>
          <p:nvPr/>
        </p:nvSpPr>
        <p:spPr>
          <a:xfrm>
            <a:off x="7138623" y="540512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7E81DBB-5D67-731F-D2A6-7E7C9A8250F2}"/>
              </a:ext>
            </a:extLst>
          </p:cNvPr>
          <p:cNvSpPr txBox="1"/>
          <p:nvPr/>
        </p:nvSpPr>
        <p:spPr>
          <a:xfrm>
            <a:off x="7318579" y="559571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4.8</a:t>
            </a:r>
          </a:p>
        </p:txBody>
      </p:sp>
      <p:sp>
        <p:nvSpPr>
          <p:cNvPr id="148" name="오른쪽 중괄호 147">
            <a:extLst>
              <a:ext uri="{FF2B5EF4-FFF2-40B4-BE49-F238E27FC236}">
                <a16:creationId xmlns:a16="http://schemas.microsoft.com/office/drawing/2014/main" id="{62651975-4CAE-9764-B27B-5C0C05F8F319}"/>
              </a:ext>
            </a:extLst>
          </p:cNvPr>
          <p:cNvSpPr/>
          <p:nvPr/>
        </p:nvSpPr>
        <p:spPr>
          <a:xfrm>
            <a:off x="7138623" y="592311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E5A29E7-44C9-FE30-6817-4D2126B72A0A}"/>
              </a:ext>
            </a:extLst>
          </p:cNvPr>
          <p:cNvSpPr txBox="1"/>
          <p:nvPr/>
        </p:nvSpPr>
        <p:spPr>
          <a:xfrm>
            <a:off x="7318579" y="611369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80DF4-7D96-C87F-C10E-7A4F165DCF64}"/>
              </a:ext>
            </a:extLst>
          </p:cNvPr>
          <p:cNvSpPr txBox="1"/>
          <p:nvPr/>
        </p:nvSpPr>
        <p:spPr>
          <a:xfrm>
            <a:off x="4731350" y="6600530"/>
            <a:ext cx="386644" cy="27097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5003D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6 / 9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DAD628B-5DED-5536-7235-065CF4506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862927"/>
              </p:ext>
            </p:extLst>
          </p:nvPr>
        </p:nvGraphicFramePr>
        <p:xfrm>
          <a:off x="7709590" y="3211403"/>
          <a:ext cx="545116" cy="1515896"/>
        </p:xfrm>
        <a:graphic>
          <a:graphicData uri="http://schemas.openxmlformats.org/drawingml/2006/table">
            <a:tbl>
              <a:tblPr/>
              <a:tblGrid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4.3(5)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81F137-F50E-606D-ECF0-6598CD2B29DB}"/>
              </a:ext>
            </a:extLst>
          </p:cNvPr>
          <p:cNvSpPr txBox="1"/>
          <p:nvPr/>
        </p:nvSpPr>
        <p:spPr>
          <a:xfrm>
            <a:off x="7709590" y="3085299"/>
            <a:ext cx="790848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dirty="0">
                <a:solidFill>
                  <a:srgbClr val="008000"/>
                </a:solidFill>
              </a:rPr>
              <a:t>UPH120 </a:t>
            </a:r>
            <a:r>
              <a:rPr lang="ko-KR" altLang="en-US">
                <a:solidFill>
                  <a:srgbClr val="008000"/>
                </a:solidFill>
              </a:rPr>
              <a:t>적용 시</a:t>
            </a:r>
            <a:endParaRPr lang="en-US" altLang="ko-KR" dirty="0">
              <a:solidFill>
                <a:srgbClr val="008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99A102-2EBF-07BF-7189-5B22A1BB1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634000"/>
              </p:ext>
            </p:extLst>
          </p:nvPr>
        </p:nvGraphicFramePr>
        <p:xfrm>
          <a:off x="7709590" y="5059440"/>
          <a:ext cx="545116" cy="1515896"/>
        </p:xfrm>
        <a:graphic>
          <a:graphicData uri="http://schemas.openxmlformats.org/drawingml/2006/table">
            <a:tbl>
              <a:tblPr/>
              <a:tblGrid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2.9(3)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70BC84B-B54D-36F7-2032-2EAB896D7F23}"/>
              </a:ext>
            </a:extLst>
          </p:cNvPr>
          <p:cNvSpPr txBox="1"/>
          <p:nvPr/>
        </p:nvSpPr>
        <p:spPr>
          <a:xfrm>
            <a:off x="7709590" y="4929657"/>
            <a:ext cx="790848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>
                <a:solidFill>
                  <a:srgbClr val="008000"/>
                </a:solidFill>
              </a:rPr>
              <a:t>UPH120 </a:t>
            </a:r>
            <a:r>
              <a:rPr lang="ko-KR" altLang="en-US">
                <a:solidFill>
                  <a:srgbClr val="008000"/>
                </a:solidFill>
              </a:rPr>
              <a:t>적용 시</a:t>
            </a:r>
            <a:endParaRPr lang="en-US" altLang="ko-KR" dirty="0">
              <a:solidFill>
                <a:srgbClr val="008000"/>
              </a:solidFill>
            </a:endParaRPr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7A7618C6-79F9-9285-76B2-14A331CAA30F}"/>
              </a:ext>
            </a:extLst>
          </p:cNvPr>
          <p:cNvSpPr/>
          <p:nvPr/>
        </p:nvSpPr>
        <p:spPr>
          <a:xfrm>
            <a:off x="8274873" y="355166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AA370-C489-EFA2-2CFF-97D569506F70}"/>
              </a:ext>
            </a:extLst>
          </p:cNvPr>
          <p:cNvSpPr txBox="1"/>
          <p:nvPr/>
        </p:nvSpPr>
        <p:spPr>
          <a:xfrm>
            <a:off x="8454829" y="374225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4.3</a:t>
            </a:r>
          </a:p>
        </p:txBody>
      </p: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D8C58754-F17D-C632-F21C-B7D08CC3E7D9}"/>
              </a:ext>
            </a:extLst>
          </p:cNvPr>
          <p:cNvSpPr/>
          <p:nvPr/>
        </p:nvSpPr>
        <p:spPr>
          <a:xfrm>
            <a:off x="8274873" y="406965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90A0CE-296A-E432-3C41-32FEEC4CD6D3}"/>
              </a:ext>
            </a:extLst>
          </p:cNvPr>
          <p:cNvSpPr txBox="1"/>
          <p:nvPr/>
        </p:nvSpPr>
        <p:spPr>
          <a:xfrm>
            <a:off x="8454829" y="426023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4.5</a:t>
            </a: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8566E307-8881-F6AF-418E-431BACB80384}"/>
              </a:ext>
            </a:extLst>
          </p:cNvPr>
          <p:cNvSpPr/>
          <p:nvPr/>
        </p:nvSpPr>
        <p:spPr>
          <a:xfrm>
            <a:off x="8274873" y="540512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4A39B-4B07-F65E-6CA4-CDC8FD118CE7}"/>
              </a:ext>
            </a:extLst>
          </p:cNvPr>
          <p:cNvSpPr txBox="1"/>
          <p:nvPr/>
        </p:nvSpPr>
        <p:spPr>
          <a:xfrm>
            <a:off x="8454829" y="559571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2.9</a:t>
            </a:r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E2CB69B9-898E-33AB-4D6A-02797F888896}"/>
              </a:ext>
            </a:extLst>
          </p:cNvPr>
          <p:cNvSpPr/>
          <p:nvPr/>
        </p:nvSpPr>
        <p:spPr>
          <a:xfrm>
            <a:off x="8274873" y="592311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B85C9-FE96-CD45-805C-756F26151DB6}"/>
              </a:ext>
            </a:extLst>
          </p:cNvPr>
          <p:cNvSpPr txBox="1"/>
          <p:nvPr/>
        </p:nvSpPr>
        <p:spPr>
          <a:xfrm>
            <a:off x="8454829" y="611369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2.7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E49DA2-E1DC-70F6-D390-D01F20DE57F9}"/>
              </a:ext>
            </a:extLst>
          </p:cNvPr>
          <p:cNvSpPr txBox="1"/>
          <p:nvPr/>
        </p:nvSpPr>
        <p:spPr>
          <a:xfrm>
            <a:off x="8730599" y="3646506"/>
            <a:ext cx="99763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※ UPH120 </a:t>
            </a:r>
            <a:r>
              <a:rPr lang="ko-KR" altLang="en-US" sz="1000"/>
              <a:t>적용 시</a:t>
            </a:r>
            <a:br>
              <a:rPr lang="en-US" altLang="ko-KR" sz="1000" dirty="0"/>
            </a:br>
            <a:r>
              <a:rPr lang="en-US" altLang="ko-KR" sz="1000" dirty="0"/>
              <a:t>   Total 8</a:t>
            </a:r>
            <a:r>
              <a:rPr lang="ko-KR" altLang="en-US" sz="1000"/>
              <a:t>대 산출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409472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0796-B2DF-0195-31B7-CF8E0B95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E44A47-0B41-5A79-8C70-F7BDA087847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47636" y="1102399"/>
            <a:ext cx="7165247" cy="18012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6FA400-1065-B194-4980-588F22AEC59A}"/>
              </a:ext>
            </a:extLst>
          </p:cNvPr>
          <p:cNvSpPr txBox="1"/>
          <p:nvPr/>
        </p:nvSpPr>
        <p:spPr>
          <a:xfrm>
            <a:off x="372610" y="782535"/>
            <a:ext cx="3883020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92075" indent="-92075">
              <a:buFont typeface="Wingdings" panose="05000000000000000000" pitchFamily="2" charset="2"/>
              <a:buChar char="q"/>
              <a:defRPr sz="1400" b="1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lvl="0" latinLnBrk="0"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kern="0" dirty="0">
                <a:solidFill>
                  <a:prstClr val="black"/>
                </a:solidFill>
              </a:rPr>
              <a:t>총조</a:t>
            </a:r>
            <a:r>
              <a:rPr lang="en-US" altLang="ko-KR" kern="0" dirty="0">
                <a:solidFill>
                  <a:prstClr val="black"/>
                </a:solidFill>
              </a:rPr>
              <a:t> AMR </a:t>
            </a:r>
            <a:r>
              <a:rPr lang="ko-KR" altLang="en-US" kern="0" dirty="0">
                <a:solidFill>
                  <a:prstClr val="black"/>
                </a:solidFill>
              </a:rPr>
              <a:t>적용 설계 안</a:t>
            </a:r>
            <a:endParaRPr lang="en-US" altLang="ko-KR" kern="0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D853015-9F87-3568-D6AD-6E79B112062C}"/>
              </a:ext>
            </a:extLst>
          </p:cNvPr>
          <p:cNvSpPr txBox="1">
            <a:spLocks/>
          </p:cNvSpPr>
          <p:nvPr/>
        </p:nvSpPr>
        <p:spPr>
          <a:xfrm>
            <a:off x="469060" y="1088321"/>
            <a:ext cx="3001651" cy="661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938">
              <a:buFont typeface="Wingdings" panose="05000000000000000000" pitchFamily="2" charset="2"/>
              <a:buChar char="§"/>
              <a:tabLst>
                <a:tab pos="985838" algn="l"/>
              </a:tabLst>
            </a:pPr>
            <a:r>
              <a:rPr lang="ko-KR" altLang="en-US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AMR Type</a:t>
            </a:r>
            <a:br>
              <a:rPr lang="en-US" altLang="ko-KR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대차 자재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Turn Lift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저상형</a:t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Box 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자재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: Conveyor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형</a:t>
            </a:r>
            <a:endParaRPr lang="en-US" altLang="ko-KR" sz="1200" b="1" dirty="0">
              <a:solidFill>
                <a:srgbClr val="0000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E2766EA-7C3D-3B7F-719C-CC469E261745}"/>
              </a:ext>
            </a:extLst>
          </p:cNvPr>
          <p:cNvSpPr txBox="1"/>
          <p:nvPr/>
        </p:nvSpPr>
        <p:spPr>
          <a:xfrm>
            <a:off x="2081326" y="2216396"/>
            <a:ext cx="277888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ko-KR" altLang="en-US" dirty="0">
                <a:solidFill>
                  <a:srgbClr val="008000"/>
                </a:solidFill>
              </a:rPr>
              <a:t>평균</a:t>
            </a:r>
            <a:endParaRPr lang="en-US" altLang="ko-KR" dirty="0">
              <a:solidFill>
                <a:srgbClr val="008000"/>
              </a:solidFill>
            </a:endParaRPr>
          </a:p>
        </p:txBody>
      </p:sp>
      <p:sp>
        <p:nvSpPr>
          <p:cNvPr id="58" name="TextBox 423">
            <a:extLst>
              <a:ext uri="{FF2B5EF4-FFF2-40B4-BE49-F238E27FC236}">
                <a16:creationId xmlns:a16="http://schemas.microsoft.com/office/drawing/2014/main" id="{1845B882-9414-FA1C-C81F-6A32E146972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30216" y="2893716"/>
            <a:ext cx="1417623" cy="25736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marL="92075" indent="-92075" eaLnBrk="0" fontAlgn="base" latinLnBrk="0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2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연속반송기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→ </a:t>
            </a: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Depot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4F64DC-2089-D51C-B715-00C566B9E567}"/>
              </a:ext>
            </a:extLst>
          </p:cNvPr>
          <p:cNvSpPr txBox="1"/>
          <p:nvPr/>
        </p:nvSpPr>
        <p:spPr>
          <a:xfrm>
            <a:off x="1354145" y="2499758"/>
            <a:ext cx="826115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ko-KR" altLang="en-US" dirty="0">
                <a:solidFill>
                  <a:srgbClr val="008000"/>
                </a:solidFill>
              </a:rPr>
              <a:t>여유율 </a:t>
            </a:r>
            <a:r>
              <a:rPr lang="en-US" altLang="ko-KR" dirty="0">
                <a:solidFill>
                  <a:srgbClr val="008000"/>
                </a:solidFill>
              </a:rPr>
              <a:t>30% </a:t>
            </a:r>
            <a:r>
              <a:rPr lang="ko-KR" altLang="en-US" dirty="0">
                <a:solidFill>
                  <a:srgbClr val="008000"/>
                </a:solidFill>
              </a:rPr>
              <a:t>적용</a:t>
            </a:r>
            <a:endParaRPr lang="en-US" altLang="ko-KR" dirty="0">
              <a:solidFill>
                <a:srgbClr val="008000"/>
              </a:solidFill>
            </a:endParaRPr>
          </a:p>
        </p:txBody>
      </p:sp>
      <p:sp>
        <p:nvSpPr>
          <p:cNvPr id="61" name="내용 개체 틀 2">
            <a:extLst>
              <a:ext uri="{FF2B5EF4-FFF2-40B4-BE49-F238E27FC236}">
                <a16:creationId xmlns:a16="http://schemas.microsoft.com/office/drawing/2014/main" id="{E3B3BFF5-5FA1-3B7B-141D-400630F72AA1}"/>
              </a:ext>
            </a:extLst>
          </p:cNvPr>
          <p:cNvSpPr txBox="1">
            <a:spLocks/>
          </p:cNvSpPr>
          <p:nvPr/>
        </p:nvSpPr>
        <p:spPr>
          <a:xfrm>
            <a:off x="469060" y="2409301"/>
            <a:ext cx="3001651" cy="4770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938">
              <a:buFont typeface="Wingdings" panose="05000000000000000000" pitchFamily="2" charset="2"/>
              <a:buChar char="§"/>
              <a:tabLst>
                <a:tab pos="985838" algn="l"/>
              </a:tabLst>
            </a:pPr>
            <a:r>
              <a:rPr lang="ko-KR" altLang="en-US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수량 산출</a:t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</a:t>
            </a:r>
            <a:r>
              <a:rPr lang="ko-KR" altLang="en-US" sz="1200" dirty="0" err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저상형</a:t>
            </a: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0033CC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13</a:t>
            </a:r>
            <a:r>
              <a:rPr lang="ko-KR" altLang="en-US" sz="1200" b="1" dirty="0">
                <a:solidFill>
                  <a:srgbClr val="0033CC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</a:t>
            </a:r>
            <a:endParaRPr lang="en-US" altLang="ko-KR" sz="1200" b="1" dirty="0">
              <a:solidFill>
                <a:srgbClr val="0033CC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2" name="내용 개체 틀 2">
            <a:extLst>
              <a:ext uri="{FF2B5EF4-FFF2-40B4-BE49-F238E27FC236}">
                <a16:creationId xmlns:a16="http://schemas.microsoft.com/office/drawing/2014/main" id="{004D7826-CC36-2A52-4556-FEBC9C7A0792}"/>
              </a:ext>
            </a:extLst>
          </p:cNvPr>
          <p:cNvSpPr txBox="1">
            <a:spLocks/>
          </p:cNvSpPr>
          <p:nvPr/>
        </p:nvSpPr>
        <p:spPr>
          <a:xfrm>
            <a:off x="472897" y="1747581"/>
            <a:ext cx="3001651" cy="661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96938">
              <a:buFont typeface="Wingdings" panose="05000000000000000000" pitchFamily="2" charset="2"/>
              <a:buChar char="§"/>
              <a:tabLst>
                <a:tab pos="985838" algn="l"/>
              </a:tabLst>
            </a:pPr>
            <a:r>
              <a:rPr lang="en-US" altLang="ko-KR" sz="13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H/W Spec. </a:t>
            </a:r>
            <a:b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Payload : 600kg</a:t>
            </a:r>
            <a:b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- AMR Speed : 40m / min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526F85-61C5-B74B-14B4-D06904CDF2E0}"/>
              </a:ext>
            </a:extLst>
          </p:cNvPr>
          <p:cNvSpPr txBox="1"/>
          <p:nvPr/>
        </p:nvSpPr>
        <p:spPr>
          <a:xfrm>
            <a:off x="3533843" y="6002783"/>
            <a:ext cx="303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5" name="제목 6">
            <a:extLst>
              <a:ext uri="{FF2B5EF4-FFF2-40B4-BE49-F238E27FC236}">
                <a16:creationId xmlns:a16="http://schemas.microsoft.com/office/drawing/2014/main" id="{EEF84A5C-A781-F441-2250-ACA6A4E28448}"/>
              </a:ext>
            </a:extLst>
          </p:cNvPr>
          <p:cNvSpPr txBox="1">
            <a:spLocks/>
          </p:cNvSpPr>
          <p:nvPr/>
        </p:nvSpPr>
        <p:spPr>
          <a:xfrm>
            <a:off x="185614" y="120060"/>
            <a:ext cx="2833074" cy="38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36000" tIns="36000" rIns="36000" bIns="36000" anchor="t" anchorCtr="0">
            <a:spAutoFit/>
          </a:bodyPr>
          <a:lstStyle>
            <a:defPPr>
              <a:defRPr lang="ko-KR"/>
            </a:defPPr>
            <a:lvl1pPr latinLnBrk="0">
              <a:defRPr sz="2000" b="1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2-2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오븐 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AMR </a:t>
            </a:r>
            <a:r>
              <a:rPr kumimoji="0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운영 안</a:t>
            </a:r>
            <a:r>
              <a:rPr kumimoji="0" lang="en-US" altLang="ko-K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_</a:t>
            </a:r>
            <a:r>
              <a:rPr lang="ko-KR" altLang="en-US" dirty="0" err="1"/>
              <a:t>총조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7DCEEC-A8A2-74B9-7A76-50B8D549D54A}"/>
              </a:ext>
            </a:extLst>
          </p:cNvPr>
          <p:cNvSpPr/>
          <p:nvPr/>
        </p:nvSpPr>
        <p:spPr>
          <a:xfrm>
            <a:off x="4971930" y="1831845"/>
            <a:ext cx="824493" cy="343616"/>
          </a:xfrm>
          <a:prstGeom prst="rect">
            <a:avLst/>
          </a:prstGeom>
          <a:solidFill>
            <a:srgbClr val="FFFF0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369F33-82A8-CEBC-087B-AA32B15D02B9}"/>
              </a:ext>
            </a:extLst>
          </p:cNvPr>
          <p:cNvSpPr/>
          <p:nvPr/>
        </p:nvSpPr>
        <p:spPr>
          <a:xfrm>
            <a:off x="5841838" y="1879678"/>
            <a:ext cx="660561" cy="309488"/>
          </a:xfrm>
          <a:prstGeom prst="rect">
            <a:avLst/>
          </a:prstGeom>
          <a:solidFill>
            <a:srgbClr val="92D05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2539AF-1ED6-7ED7-E574-48899C53175C}"/>
              </a:ext>
            </a:extLst>
          </p:cNvPr>
          <p:cNvSpPr/>
          <p:nvPr/>
        </p:nvSpPr>
        <p:spPr>
          <a:xfrm>
            <a:off x="5773672" y="2219583"/>
            <a:ext cx="1329118" cy="296148"/>
          </a:xfrm>
          <a:prstGeom prst="rect">
            <a:avLst/>
          </a:prstGeom>
          <a:solidFill>
            <a:srgbClr val="00B0F0">
              <a:alpha val="50000"/>
            </a:srgb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9706E561-AF54-5457-1336-7A041FB1614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80952" y="1157025"/>
            <a:ext cx="868109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연속</a:t>
            </a:r>
            <a:r>
              <a:rPr lang="en-US" altLang="ko-KR" sz="1000" kern="0" dirty="0"/>
              <a:t> </a:t>
            </a:r>
            <a:r>
              <a:rPr lang="ko-KR" altLang="en-US" sz="1000" kern="0" dirty="0" err="1"/>
              <a:t>반송기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BFD6AF4-6F62-19C5-9992-331D5F9E58F6}"/>
              </a:ext>
            </a:extLst>
          </p:cNvPr>
          <p:cNvCxnSpPr>
            <a:cxnSpLocks/>
          </p:cNvCxnSpPr>
          <p:nvPr/>
        </p:nvCxnSpPr>
        <p:spPr>
          <a:xfrm>
            <a:off x="4387981" y="1789315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19C2647-5010-A6A0-9E38-5E953874FD5F}"/>
              </a:ext>
            </a:extLst>
          </p:cNvPr>
          <p:cNvCxnSpPr>
            <a:cxnSpLocks/>
          </p:cNvCxnSpPr>
          <p:nvPr/>
        </p:nvCxnSpPr>
        <p:spPr>
          <a:xfrm>
            <a:off x="2992582" y="1789315"/>
            <a:ext cx="60465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931EC2F-0355-9AB0-FCA0-CFDEB23D7FFC}"/>
              </a:ext>
            </a:extLst>
          </p:cNvPr>
          <p:cNvCxnSpPr>
            <a:cxnSpLocks/>
          </p:cNvCxnSpPr>
          <p:nvPr/>
        </p:nvCxnSpPr>
        <p:spPr>
          <a:xfrm>
            <a:off x="4381918" y="2506495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2967501-47FF-D384-DC80-151782997D92}"/>
              </a:ext>
            </a:extLst>
          </p:cNvPr>
          <p:cNvCxnSpPr>
            <a:cxnSpLocks/>
          </p:cNvCxnSpPr>
          <p:nvPr/>
        </p:nvCxnSpPr>
        <p:spPr>
          <a:xfrm>
            <a:off x="6778823" y="2124512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EDF3717-01C2-6AC6-228C-8DB5A85EB152}"/>
              </a:ext>
            </a:extLst>
          </p:cNvPr>
          <p:cNvCxnSpPr>
            <a:cxnSpLocks/>
          </p:cNvCxnSpPr>
          <p:nvPr/>
        </p:nvCxnSpPr>
        <p:spPr>
          <a:xfrm>
            <a:off x="3066930" y="1844735"/>
            <a:ext cx="59722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D7D8BE79-2822-51FD-5251-1CF837D8FA53}"/>
              </a:ext>
            </a:extLst>
          </p:cNvPr>
          <p:cNvCxnSpPr>
            <a:cxnSpLocks/>
          </p:cNvCxnSpPr>
          <p:nvPr/>
        </p:nvCxnSpPr>
        <p:spPr>
          <a:xfrm>
            <a:off x="6957770" y="2124512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FC9752E-E694-4E95-29BB-C582A1C6EA95}"/>
              </a:ext>
            </a:extLst>
          </p:cNvPr>
          <p:cNvCxnSpPr>
            <a:cxnSpLocks/>
          </p:cNvCxnSpPr>
          <p:nvPr/>
        </p:nvCxnSpPr>
        <p:spPr>
          <a:xfrm>
            <a:off x="7006971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74806401-9049-0D9D-23B5-C5842FADA32F}"/>
              </a:ext>
            </a:extLst>
          </p:cNvPr>
          <p:cNvCxnSpPr>
            <a:cxnSpLocks/>
          </p:cNvCxnSpPr>
          <p:nvPr/>
        </p:nvCxnSpPr>
        <p:spPr>
          <a:xfrm>
            <a:off x="7130501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EC17F7C-3185-A44A-7907-3243BE0293EA}"/>
              </a:ext>
            </a:extLst>
          </p:cNvPr>
          <p:cNvCxnSpPr>
            <a:cxnSpLocks/>
          </p:cNvCxnSpPr>
          <p:nvPr/>
        </p:nvCxnSpPr>
        <p:spPr>
          <a:xfrm>
            <a:off x="8908520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13AFB54-63DE-A4A3-5458-7FD1F5B7DC9A}"/>
              </a:ext>
            </a:extLst>
          </p:cNvPr>
          <p:cNvCxnSpPr>
            <a:cxnSpLocks/>
          </p:cNvCxnSpPr>
          <p:nvPr/>
        </p:nvCxnSpPr>
        <p:spPr>
          <a:xfrm>
            <a:off x="9032050" y="1653536"/>
            <a:ext cx="0" cy="135779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00F4D3ED-3156-E497-E94F-D22A4EAEEE64}"/>
              </a:ext>
            </a:extLst>
          </p:cNvPr>
          <p:cNvCxnSpPr>
            <a:cxnSpLocks/>
          </p:cNvCxnSpPr>
          <p:nvPr/>
        </p:nvCxnSpPr>
        <p:spPr>
          <a:xfrm>
            <a:off x="4438043" y="1780227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963168A4-0679-9693-E259-36B7B5234C21}"/>
              </a:ext>
            </a:extLst>
          </p:cNvPr>
          <p:cNvCxnSpPr>
            <a:cxnSpLocks/>
          </p:cNvCxnSpPr>
          <p:nvPr/>
        </p:nvCxnSpPr>
        <p:spPr>
          <a:xfrm>
            <a:off x="7080439" y="1789315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8789AEB-01BB-B6AD-102A-8A2ABFD5B8BA}"/>
              </a:ext>
            </a:extLst>
          </p:cNvPr>
          <p:cNvCxnSpPr>
            <a:cxnSpLocks/>
          </p:cNvCxnSpPr>
          <p:nvPr/>
        </p:nvCxnSpPr>
        <p:spPr>
          <a:xfrm>
            <a:off x="7130501" y="1780227"/>
            <a:ext cx="0" cy="726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C595AD1-3BFF-6D10-BEBA-9A273261DBA4}"/>
              </a:ext>
            </a:extLst>
          </p:cNvPr>
          <p:cNvCxnSpPr>
            <a:cxnSpLocks/>
          </p:cNvCxnSpPr>
          <p:nvPr/>
        </p:nvCxnSpPr>
        <p:spPr>
          <a:xfrm>
            <a:off x="4381918" y="2528408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503814C-6FD1-7DC3-E711-C894878C355F}"/>
              </a:ext>
            </a:extLst>
          </p:cNvPr>
          <p:cNvCxnSpPr>
            <a:cxnSpLocks/>
          </p:cNvCxnSpPr>
          <p:nvPr/>
        </p:nvCxnSpPr>
        <p:spPr>
          <a:xfrm>
            <a:off x="4381918" y="2192821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BD83D672-38C1-0B6A-C604-D05A11F52973}"/>
              </a:ext>
            </a:extLst>
          </p:cNvPr>
          <p:cNvCxnSpPr>
            <a:cxnSpLocks/>
          </p:cNvCxnSpPr>
          <p:nvPr/>
        </p:nvCxnSpPr>
        <p:spPr>
          <a:xfrm>
            <a:off x="4381918" y="2214734"/>
            <a:ext cx="27485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9F27475-08BB-C61E-611E-93CB57ECB618}"/>
              </a:ext>
            </a:extLst>
          </p:cNvPr>
          <p:cNvCxnSpPr>
            <a:cxnSpLocks/>
          </p:cNvCxnSpPr>
          <p:nvPr/>
        </p:nvCxnSpPr>
        <p:spPr>
          <a:xfrm>
            <a:off x="5810249" y="1780227"/>
            <a:ext cx="0" cy="408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B188F7A-5302-BD96-4BC2-A74CDE42DD2A}"/>
              </a:ext>
            </a:extLst>
          </p:cNvPr>
          <p:cNvCxnSpPr>
            <a:cxnSpLocks/>
          </p:cNvCxnSpPr>
          <p:nvPr/>
        </p:nvCxnSpPr>
        <p:spPr>
          <a:xfrm>
            <a:off x="4943764" y="1789315"/>
            <a:ext cx="0" cy="408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23898686-0424-F27A-E01B-70284446D8E8}"/>
              </a:ext>
            </a:extLst>
          </p:cNvPr>
          <p:cNvCxnSpPr>
            <a:cxnSpLocks/>
          </p:cNvCxnSpPr>
          <p:nvPr/>
        </p:nvCxnSpPr>
        <p:spPr>
          <a:xfrm>
            <a:off x="6513944" y="1789315"/>
            <a:ext cx="0" cy="40893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 Box 4">
            <a:extLst>
              <a:ext uri="{FF2B5EF4-FFF2-40B4-BE49-F238E27FC236}">
                <a16:creationId xmlns:a16="http://schemas.microsoft.com/office/drawing/2014/main" id="{E6FB3573-869E-B745-0961-5EA9310725C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59999" y="2244798"/>
            <a:ext cx="78634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 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01" name="Text Box 4">
            <a:extLst>
              <a:ext uri="{FF2B5EF4-FFF2-40B4-BE49-F238E27FC236}">
                <a16:creationId xmlns:a16="http://schemas.microsoft.com/office/drawing/2014/main" id="{2E806C76-5724-A3CA-362B-14C69C80074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2717" y="1893979"/>
            <a:ext cx="954910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Cooktop 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02" name="Text Box 4">
            <a:extLst>
              <a:ext uri="{FF2B5EF4-FFF2-40B4-BE49-F238E27FC236}">
                <a16:creationId xmlns:a16="http://schemas.microsoft.com/office/drawing/2014/main" id="{AA5A3D9D-4C71-72CE-FA0F-B8A12FC7822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85049" y="1893979"/>
            <a:ext cx="872823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Drawer 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D57BCEEA-AC89-7307-8BAC-5736446A0FF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34738" y="1891383"/>
            <a:ext cx="714470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Door</a:t>
            </a:r>
            <a:r>
              <a:rPr lang="ko-KR" altLang="en-US" sz="1000" kern="0" dirty="0"/>
              <a:t>투입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17C7768B-B68E-9411-C093-2885C7BF6D9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00316" y="1361937"/>
            <a:ext cx="840423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Drawer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투입</a:t>
            </a:r>
          </a:p>
        </p:txBody>
      </p:sp>
      <p:sp>
        <p:nvSpPr>
          <p:cNvPr id="99" name="Text Box 4">
            <a:extLst>
              <a:ext uri="{FF2B5EF4-FFF2-40B4-BE49-F238E27FC236}">
                <a16:creationId xmlns:a16="http://schemas.microsoft.com/office/drawing/2014/main" id="{539A4E63-FAE6-56C8-713A-935E3F4D47A5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460393" y="1361940"/>
            <a:ext cx="97654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Cook Top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투입</a:t>
            </a: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38AC65D-BC7B-AF29-51FC-4109A37EECA1}"/>
              </a:ext>
            </a:extLst>
          </p:cNvPr>
          <p:cNvCxnSpPr>
            <a:cxnSpLocks/>
          </p:cNvCxnSpPr>
          <p:nvPr/>
        </p:nvCxnSpPr>
        <p:spPr>
          <a:xfrm>
            <a:off x="3066930" y="1474147"/>
            <a:ext cx="0" cy="370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20F6CBAF-8347-F383-BC96-245C14E04F78}"/>
              </a:ext>
            </a:extLst>
          </p:cNvPr>
          <p:cNvCxnSpPr>
            <a:cxnSpLocks/>
          </p:cNvCxnSpPr>
          <p:nvPr/>
        </p:nvCxnSpPr>
        <p:spPr>
          <a:xfrm>
            <a:off x="2983806" y="1492837"/>
            <a:ext cx="1329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9FB1985-7475-951D-D83D-BB1E14D90B6E}"/>
              </a:ext>
            </a:extLst>
          </p:cNvPr>
          <p:cNvCxnSpPr>
            <a:cxnSpLocks/>
          </p:cNvCxnSpPr>
          <p:nvPr/>
        </p:nvCxnSpPr>
        <p:spPr>
          <a:xfrm>
            <a:off x="3106166" y="1474147"/>
            <a:ext cx="0" cy="370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64C21A4D-3498-5961-0026-0DE892CD39D6}"/>
              </a:ext>
            </a:extLst>
          </p:cNvPr>
          <p:cNvCxnSpPr>
            <a:cxnSpLocks/>
          </p:cNvCxnSpPr>
          <p:nvPr/>
        </p:nvCxnSpPr>
        <p:spPr>
          <a:xfrm>
            <a:off x="4664364" y="1656519"/>
            <a:ext cx="4948519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 Box 4">
            <a:extLst>
              <a:ext uri="{FF2B5EF4-FFF2-40B4-BE49-F238E27FC236}">
                <a16:creationId xmlns:a16="http://schemas.microsoft.com/office/drawing/2014/main" id="{06D9A860-E90C-511E-9ADF-35E9FFC7261F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43805" y="1362212"/>
            <a:ext cx="441708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kumimoji="0" lang="ko-KR" altLang="en-US" sz="1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총조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32" name="Text Box 4">
            <a:extLst>
              <a:ext uri="{FF2B5EF4-FFF2-40B4-BE49-F238E27FC236}">
                <a16:creationId xmlns:a16="http://schemas.microsoft.com/office/drawing/2014/main" id="{D3167B2C-574B-19E7-3FCC-1CB14B723587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62085" y="352144"/>
            <a:ext cx="312997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en-US" altLang="ko-KR" sz="1000" kern="0" dirty="0"/>
              <a:t>3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F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28C2628E-BBD8-9523-FE73-7183EE542F38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91809" y="392168"/>
            <a:ext cx="2521074" cy="585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DB50EE64-71A2-06CC-F60B-4B0AC89DB467}"/>
              </a:ext>
            </a:extLst>
          </p:cNvPr>
          <p:cNvSpPr/>
          <p:nvPr/>
        </p:nvSpPr>
        <p:spPr>
          <a:xfrm>
            <a:off x="7091808" y="782536"/>
            <a:ext cx="1257865" cy="1894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35" name="Text Box 4">
            <a:extLst>
              <a:ext uri="{FF2B5EF4-FFF2-40B4-BE49-F238E27FC236}">
                <a16:creationId xmlns:a16="http://schemas.microsoft.com/office/drawing/2014/main" id="{3902A2CA-A19A-E36A-83B0-6419C89722E1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01045" y="513704"/>
            <a:ext cx="1008482" cy="24840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defPPr>
              <a:defRPr lang="ko-KR"/>
            </a:defPPr>
            <a:lvl1pPr marL="184150" indent="-184150" latinLnBrk="0">
              <a:lnSpc>
                <a:spcPct val="130000"/>
              </a:lnSpc>
              <a:buSzPct val="90000"/>
              <a:buFont typeface="Wingdings" panose="05000000000000000000" pitchFamily="2" charset="2"/>
              <a:buChar char="q"/>
              <a:defRPr kumimoji="0" sz="1400" b="1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marL="0" lvl="0" indent="0" defTabSz="914192">
              <a:lnSpc>
                <a:spcPct val="100000"/>
              </a:lnSpc>
              <a:buNone/>
              <a:tabLst>
                <a:tab pos="588963" algn="l"/>
              </a:tabLst>
              <a:defRPr/>
            </a:pPr>
            <a:r>
              <a:rPr lang="ko-KR" altLang="en-US" sz="1000" kern="0" dirty="0"/>
              <a:t>오븐 전방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 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itchFamily="34" charset="0"/>
                <a:ea typeface="LG스마트체 Regular" pitchFamily="50" charset="-127"/>
              </a:rPr>
              <a:t>Depot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 Narrow" pitchFamily="34" charset="0"/>
              <a:ea typeface="LG스마트체 Regular" pitchFamily="50" charset="-127"/>
            </a:endParaRPr>
          </a:p>
        </p:txBody>
      </p:sp>
      <p:sp>
        <p:nvSpPr>
          <p:cNvPr id="136" name="TextBox 423">
            <a:extLst>
              <a:ext uri="{FF2B5EF4-FFF2-40B4-BE49-F238E27FC236}">
                <a16:creationId xmlns:a16="http://schemas.microsoft.com/office/drawing/2014/main" id="{7FDFDD43-820E-D2B6-E453-590672A4AE4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30216" y="4796938"/>
            <a:ext cx="1004048" cy="25736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marL="92075" indent="-92075" eaLnBrk="0" fontAlgn="base" latinLnBrk="0" hangingPunct="0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ko-KR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Depot</a:t>
            </a:r>
            <a:r>
              <a:rPr kumimoji="1" lang="ko-KR" altLang="en-US" sz="1200" dirty="0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 → </a:t>
            </a:r>
            <a:r>
              <a:rPr kumimoji="1" lang="ko-KR" altLang="en-US" sz="12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" pitchFamily="34" charset="0"/>
              </a:rPr>
              <a:t>총조</a:t>
            </a:r>
            <a:endParaRPr kumimoji="1" lang="en-US" altLang="ko-KR" sz="1200" dirty="0">
              <a:solidFill>
                <a:srgbClr val="000000"/>
              </a:solidFill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38" name="표 137">
            <a:extLst>
              <a:ext uri="{FF2B5EF4-FFF2-40B4-BE49-F238E27FC236}">
                <a16:creationId xmlns:a16="http://schemas.microsoft.com/office/drawing/2014/main" id="{08785655-F8FC-2AEB-9137-B30AB790FC64}"/>
              </a:ext>
            </a:extLst>
          </p:cNvPr>
          <p:cNvGraphicFramePr>
            <a:graphicFrameLocks noGrp="1"/>
          </p:cNvGraphicFramePr>
          <p:nvPr/>
        </p:nvGraphicFramePr>
        <p:xfrm>
          <a:off x="1090739" y="3211403"/>
          <a:ext cx="6047884" cy="1515896"/>
        </p:xfrm>
        <a:graphic>
          <a:graphicData uri="http://schemas.openxmlformats.org/drawingml/2006/table">
            <a:tbl>
              <a:tblPr/>
              <a:tblGrid>
                <a:gridCol w="292966">
                  <a:extLst>
                    <a:ext uri="{9D8B030D-6E8A-4147-A177-3AD203B41FA5}">
                      <a16:colId xmlns:a16="http://schemas.microsoft.com/office/drawing/2014/main" val="3041442809"/>
                    </a:ext>
                  </a:extLst>
                </a:gridCol>
                <a:gridCol w="587808">
                  <a:extLst>
                    <a:ext uri="{9D8B030D-6E8A-4147-A177-3AD203B41FA5}">
                      <a16:colId xmlns:a16="http://schemas.microsoft.com/office/drawing/2014/main" val="347303555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837513124"/>
                    </a:ext>
                  </a:extLst>
                </a:gridCol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410515">
                  <a:extLst>
                    <a:ext uri="{9D8B030D-6E8A-4147-A177-3AD203B41FA5}">
                      <a16:colId xmlns:a16="http://schemas.microsoft.com/office/drawing/2014/main" val="1161731726"/>
                    </a:ext>
                  </a:extLst>
                </a:gridCol>
                <a:gridCol w="668471">
                  <a:extLst>
                    <a:ext uri="{9D8B030D-6E8A-4147-A177-3AD203B41FA5}">
                      <a16:colId xmlns:a16="http://schemas.microsoft.com/office/drawing/2014/main" val="1224217151"/>
                    </a:ext>
                  </a:extLst>
                </a:gridCol>
                <a:gridCol w="524799">
                  <a:extLst>
                    <a:ext uri="{9D8B030D-6E8A-4147-A177-3AD203B41FA5}">
                      <a16:colId xmlns:a16="http://schemas.microsoft.com/office/drawing/2014/main" val="798496250"/>
                    </a:ext>
                  </a:extLst>
                </a:gridCol>
                <a:gridCol w="596635">
                  <a:extLst>
                    <a:ext uri="{9D8B030D-6E8A-4147-A177-3AD203B41FA5}">
                      <a16:colId xmlns:a16="http://schemas.microsoft.com/office/drawing/2014/main" val="3017387438"/>
                    </a:ext>
                  </a:extLst>
                </a:gridCol>
                <a:gridCol w="408882">
                  <a:extLst>
                    <a:ext uri="{9D8B030D-6E8A-4147-A177-3AD203B41FA5}">
                      <a16:colId xmlns:a16="http://schemas.microsoft.com/office/drawing/2014/main" val="957500429"/>
                    </a:ext>
                  </a:extLst>
                </a:gridCol>
                <a:gridCol w="539492">
                  <a:extLst>
                    <a:ext uri="{9D8B030D-6E8A-4147-A177-3AD203B41FA5}">
                      <a16:colId xmlns:a16="http://schemas.microsoft.com/office/drawing/2014/main" val="4226875642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Line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Item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장입 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용기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이송 대차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1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공급 빈도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이동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거리 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왕복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Cycle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Time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운반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횟수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 Plate Assy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200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190m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7.8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Drawer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14.3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235m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275m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Assembly,Oven (T/Plate)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10.0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190m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7.8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275m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Assembly,Full_U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275m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9.9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Total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7.2(8)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C75D9311-7C2C-6334-4C72-0A5771F52D29}"/>
              </a:ext>
            </a:extLst>
          </p:cNvPr>
          <p:cNvGraphicFramePr>
            <a:graphicFrameLocks noGrp="1"/>
          </p:cNvGraphicFramePr>
          <p:nvPr/>
        </p:nvGraphicFramePr>
        <p:xfrm>
          <a:off x="1090739" y="5059440"/>
          <a:ext cx="6047884" cy="1515896"/>
        </p:xfrm>
        <a:graphic>
          <a:graphicData uri="http://schemas.openxmlformats.org/drawingml/2006/table">
            <a:tbl>
              <a:tblPr/>
              <a:tblGrid>
                <a:gridCol w="292966">
                  <a:extLst>
                    <a:ext uri="{9D8B030D-6E8A-4147-A177-3AD203B41FA5}">
                      <a16:colId xmlns:a16="http://schemas.microsoft.com/office/drawing/2014/main" val="3041442809"/>
                    </a:ext>
                  </a:extLst>
                </a:gridCol>
                <a:gridCol w="587808">
                  <a:extLst>
                    <a:ext uri="{9D8B030D-6E8A-4147-A177-3AD203B41FA5}">
                      <a16:colId xmlns:a16="http://schemas.microsoft.com/office/drawing/2014/main" val="347303555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837513124"/>
                    </a:ext>
                  </a:extLst>
                </a:gridCol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410515">
                  <a:extLst>
                    <a:ext uri="{9D8B030D-6E8A-4147-A177-3AD203B41FA5}">
                      <a16:colId xmlns:a16="http://schemas.microsoft.com/office/drawing/2014/main" val="1161731726"/>
                    </a:ext>
                  </a:extLst>
                </a:gridCol>
                <a:gridCol w="668471">
                  <a:extLst>
                    <a:ext uri="{9D8B030D-6E8A-4147-A177-3AD203B41FA5}">
                      <a16:colId xmlns:a16="http://schemas.microsoft.com/office/drawing/2014/main" val="1224217151"/>
                    </a:ext>
                  </a:extLst>
                </a:gridCol>
                <a:gridCol w="524799">
                  <a:extLst>
                    <a:ext uri="{9D8B030D-6E8A-4147-A177-3AD203B41FA5}">
                      <a16:colId xmlns:a16="http://schemas.microsoft.com/office/drawing/2014/main" val="798496250"/>
                    </a:ext>
                  </a:extLst>
                </a:gridCol>
                <a:gridCol w="596635">
                  <a:extLst>
                    <a:ext uri="{9D8B030D-6E8A-4147-A177-3AD203B41FA5}">
                      <a16:colId xmlns:a16="http://schemas.microsoft.com/office/drawing/2014/main" val="3017387438"/>
                    </a:ext>
                  </a:extLst>
                </a:gridCol>
                <a:gridCol w="408882">
                  <a:extLst>
                    <a:ext uri="{9D8B030D-6E8A-4147-A177-3AD203B41FA5}">
                      <a16:colId xmlns:a16="http://schemas.microsoft.com/office/drawing/2014/main" val="957500429"/>
                    </a:ext>
                  </a:extLst>
                </a:gridCol>
                <a:gridCol w="539492">
                  <a:extLst>
                    <a:ext uri="{9D8B030D-6E8A-4147-A177-3AD203B41FA5}">
                      <a16:colId xmlns:a16="http://schemas.microsoft.com/office/drawing/2014/main" val="4226875642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구분</a:t>
                      </a: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Line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Item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장입 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용기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이송 대차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/ 1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공급 빈도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이동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거리 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(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왕복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Cycle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Time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 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운반</a:t>
                      </a:r>
                      <a:endParaRPr lang="en-US" altLang="ko-KR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횟수</a:t>
                      </a: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 / Hr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Top Plate Assy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200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250m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Drawer Assembly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85m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5.1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11.7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4.2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Case Assembly,Oven (T/Plate)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8.0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250m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9.3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4.2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Door Assembly,Full_U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 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endParaRPr lang="en-US" altLang="ko-KR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대차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4.2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60m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4.5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분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13.3 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회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1.3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Total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4.8(5)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142" name="오른쪽 중괄호 141">
            <a:extLst>
              <a:ext uri="{FF2B5EF4-FFF2-40B4-BE49-F238E27FC236}">
                <a16:creationId xmlns:a16="http://schemas.microsoft.com/office/drawing/2014/main" id="{23097B8C-15BA-4817-AF4E-736AE6265728}"/>
              </a:ext>
            </a:extLst>
          </p:cNvPr>
          <p:cNvSpPr/>
          <p:nvPr/>
        </p:nvSpPr>
        <p:spPr>
          <a:xfrm>
            <a:off x="7138623" y="355166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E6DB5C-0087-11E3-A8AF-60BADDB3F6C8}"/>
              </a:ext>
            </a:extLst>
          </p:cNvPr>
          <p:cNvSpPr txBox="1"/>
          <p:nvPr/>
        </p:nvSpPr>
        <p:spPr>
          <a:xfrm>
            <a:off x="7318579" y="374225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7.2</a:t>
            </a:r>
          </a:p>
        </p:txBody>
      </p:sp>
      <p:sp>
        <p:nvSpPr>
          <p:cNvPr id="144" name="오른쪽 중괄호 143">
            <a:extLst>
              <a:ext uri="{FF2B5EF4-FFF2-40B4-BE49-F238E27FC236}">
                <a16:creationId xmlns:a16="http://schemas.microsoft.com/office/drawing/2014/main" id="{473B73B6-2E14-A8E6-04D5-33AB0ADF07ED}"/>
              </a:ext>
            </a:extLst>
          </p:cNvPr>
          <p:cNvSpPr/>
          <p:nvPr/>
        </p:nvSpPr>
        <p:spPr>
          <a:xfrm>
            <a:off x="7138623" y="406965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A2EEA4E-ECE9-FAE9-1B36-3D8CC53175B2}"/>
              </a:ext>
            </a:extLst>
          </p:cNvPr>
          <p:cNvSpPr txBox="1"/>
          <p:nvPr/>
        </p:nvSpPr>
        <p:spPr>
          <a:xfrm>
            <a:off x="7318579" y="426023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7.1</a:t>
            </a:r>
          </a:p>
        </p:txBody>
      </p:sp>
      <p:sp>
        <p:nvSpPr>
          <p:cNvPr id="146" name="오른쪽 중괄호 145">
            <a:extLst>
              <a:ext uri="{FF2B5EF4-FFF2-40B4-BE49-F238E27FC236}">
                <a16:creationId xmlns:a16="http://schemas.microsoft.com/office/drawing/2014/main" id="{79B01A38-927D-3CE7-2F9D-BE50C91344AF}"/>
              </a:ext>
            </a:extLst>
          </p:cNvPr>
          <p:cNvSpPr/>
          <p:nvPr/>
        </p:nvSpPr>
        <p:spPr>
          <a:xfrm>
            <a:off x="7138623" y="540512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E6BF4D6-10A8-CF94-6C02-CF34BA5708C5}"/>
              </a:ext>
            </a:extLst>
          </p:cNvPr>
          <p:cNvSpPr txBox="1"/>
          <p:nvPr/>
        </p:nvSpPr>
        <p:spPr>
          <a:xfrm>
            <a:off x="7318579" y="559571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4.8</a:t>
            </a:r>
          </a:p>
        </p:txBody>
      </p:sp>
      <p:sp>
        <p:nvSpPr>
          <p:cNvPr id="148" name="오른쪽 중괄호 147">
            <a:extLst>
              <a:ext uri="{FF2B5EF4-FFF2-40B4-BE49-F238E27FC236}">
                <a16:creationId xmlns:a16="http://schemas.microsoft.com/office/drawing/2014/main" id="{FB60BEE6-F896-3803-2133-29A605F01FB1}"/>
              </a:ext>
            </a:extLst>
          </p:cNvPr>
          <p:cNvSpPr/>
          <p:nvPr/>
        </p:nvSpPr>
        <p:spPr>
          <a:xfrm>
            <a:off x="7138623" y="592311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B54DB8F-2CA0-DD69-0441-0F01F5E03E91}"/>
              </a:ext>
            </a:extLst>
          </p:cNvPr>
          <p:cNvSpPr txBox="1"/>
          <p:nvPr/>
        </p:nvSpPr>
        <p:spPr>
          <a:xfrm>
            <a:off x="7318579" y="611369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4F1EE-30E4-38EA-B0A7-52335330159F}"/>
              </a:ext>
            </a:extLst>
          </p:cNvPr>
          <p:cNvSpPr txBox="1"/>
          <p:nvPr/>
        </p:nvSpPr>
        <p:spPr>
          <a:xfrm>
            <a:off x="4731350" y="6600530"/>
            <a:ext cx="386644" cy="27097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5003D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6 / 9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2211896-AC7C-BCC7-2E37-8502E32E861C}"/>
              </a:ext>
            </a:extLst>
          </p:cNvPr>
          <p:cNvGraphicFramePr>
            <a:graphicFrameLocks noGrp="1"/>
          </p:cNvGraphicFramePr>
          <p:nvPr/>
        </p:nvGraphicFramePr>
        <p:xfrm>
          <a:off x="7709590" y="3211403"/>
          <a:ext cx="545116" cy="1515896"/>
        </p:xfrm>
        <a:graphic>
          <a:graphicData uri="http://schemas.openxmlformats.org/drawingml/2006/table">
            <a:tbl>
              <a:tblPr/>
              <a:tblGrid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1.6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4.3(5)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4B880E-DDE1-90A9-2331-62F70E9B9EA2}"/>
              </a:ext>
            </a:extLst>
          </p:cNvPr>
          <p:cNvSpPr txBox="1"/>
          <p:nvPr/>
        </p:nvSpPr>
        <p:spPr>
          <a:xfrm>
            <a:off x="7709590" y="3085299"/>
            <a:ext cx="790848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dirty="0">
                <a:solidFill>
                  <a:srgbClr val="008000"/>
                </a:solidFill>
              </a:rPr>
              <a:t>UPH120 </a:t>
            </a:r>
            <a:r>
              <a:rPr lang="ko-KR" altLang="en-US">
                <a:solidFill>
                  <a:srgbClr val="008000"/>
                </a:solidFill>
              </a:rPr>
              <a:t>적용 시</a:t>
            </a:r>
            <a:endParaRPr lang="en-US" altLang="ko-KR" dirty="0">
              <a:solidFill>
                <a:srgbClr val="008000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B05FBC3-1748-D9F0-D923-C0D9F8AE6381}"/>
              </a:ext>
            </a:extLst>
          </p:cNvPr>
          <p:cNvGraphicFramePr>
            <a:graphicFrameLocks noGrp="1"/>
          </p:cNvGraphicFramePr>
          <p:nvPr/>
        </p:nvGraphicFramePr>
        <p:xfrm>
          <a:off x="7709590" y="5059440"/>
          <a:ext cx="545116" cy="1515896"/>
        </p:xfrm>
        <a:graphic>
          <a:graphicData uri="http://schemas.openxmlformats.org/drawingml/2006/table">
            <a:tbl>
              <a:tblPr/>
              <a:tblGrid>
                <a:gridCol w="263578">
                  <a:extLst>
                    <a:ext uri="{9D8B030D-6E8A-4147-A177-3AD203B41FA5}">
                      <a16:colId xmlns:a16="http://schemas.microsoft.com/office/drawing/2014/main" val="4010556500"/>
                    </a:ext>
                  </a:extLst>
                </a:gridCol>
                <a:gridCol w="281538">
                  <a:extLst>
                    <a:ext uri="{9D8B030D-6E8A-4147-A177-3AD203B41FA5}">
                      <a16:colId xmlns:a16="http://schemas.microsoft.com/office/drawing/2014/main" val="1071010275"/>
                    </a:ext>
                  </a:extLst>
                </a:gridCol>
              </a:tblGrid>
              <a:tr h="2522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UPH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AMR</a:t>
                      </a:r>
                    </a:p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ko-KR" altLang="en-US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수량</a:t>
                      </a: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751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120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50229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1.0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87234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4781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1.2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72185"/>
                  </a:ext>
                </a:extLst>
              </a:tr>
              <a:tr h="127751">
                <a:tc vMerge="1"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62564"/>
                  </a:ext>
                </a:extLst>
              </a:tr>
              <a:tr h="127751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endParaRPr lang="ko-KR" altLang="en-US" sz="10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ko-KR" sz="900" b="0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0.7</a:t>
                      </a:r>
                      <a:endParaRPr lang="ko-KR" altLang="en-US" sz="900" b="0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52639"/>
                  </a:ext>
                </a:extLst>
              </a:tr>
              <a:tr h="1277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indent="0" algn="ctr" defTabSz="913957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rPr>
                        <a:t>2.9(3)</a:t>
                      </a:r>
                      <a:endParaRPr lang="ko-KR" altLang="en-US" sz="900" b="1" i="0" u="none" strike="noStrike" baseline="0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LG스마트체 Regular" pitchFamily="50" charset="-127"/>
                      </a:endParaRPr>
                    </a:p>
                  </a:txBody>
                  <a:tcPr marL="4321" marR="4321" marT="4321" marB="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9241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7CC829C-B039-B23A-77A2-113CCD7E2D86}"/>
              </a:ext>
            </a:extLst>
          </p:cNvPr>
          <p:cNvSpPr txBox="1"/>
          <p:nvPr/>
        </p:nvSpPr>
        <p:spPr>
          <a:xfrm>
            <a:off x="7709590" y="4929657"/>
            <a:ext cx="790848" cy="1246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>
                <a:solidFill>
                  <a:srgbClr val="008000"/>
                </a:solidFill>
              </a:rPr>
              <a:t>UPH120 </a:t>
            </a:r>
            <a:r>
              <a:rPr lang="ko-KR" altLang="en-US">
                <a:solidFill>
                  <a:srgbClr val="008000"/>
                </a:solidFill>
              </a:rPr>
              <a:t>적용 시</a:t>
            </a:r>
            <a:endParaRPr lang="en-US" altLang="ko-KR" dirty="0">
              <a:solidFill>
                <a:srgbClr val="008000"/>
              </a:solidFill>
            </a:endParaRPr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B8E3387C-1974-C72D-08F3-CB6E8C9B5011}"/>
              </a:ext>
            </a:extLst>
          </p:cNvPr>
          <p:cNvSpPr/>
          <p:nvPr/>
        </p:nvSpPr>
        <p:spPr>
          <a:xfrm>
            <a:off x="8274873" y="355166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2D62A-FCAB-7CE5-DDEC-3BC4AD002695}"/>
              </a:ext>
            </a:extLst>
          </p:cNvPr>
          <p:cNvSpPr txBox="1"/>
          <p:nvPr/>
        </p:nvSpPr>
        <p:spPr>
          <a:xfrm>
            <a:off x="8454829" y="374225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4.3</a:t>
            </a:r>
          </a:p>
        </p:txBody>
      </p: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B610F9A4-827B-DF7D-AA7E-392133A365D7}"/>
              </a:ext>
            </a:extLst>
          </p:cNvPr>
          <p:cNvSpPr/>
          <p:nvPr/>
        </p:nvSpPr>
        <p:spPr>
          <a:xfrm>
            <a:off x="8274873" y="406965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666FD-6C89-7A83-C75A-67B2CEA5764C}"/>
              </a:ext>
            </a:extLst>
          </p:cNvPr>
          <p:cNvSpPr txBox="1"/>
          <p:nvPr/>
        </p:nvSpPr>
        <p:spPr>
          <a:xfrm>
            <a:off x="8454829" y="426023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4.5</a:t>
            </a: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1BB798D2-6A25-192D-9939-03927EA0CD48}"/>
              </a:ext>
            </a:extLst>
          </p:cNvPr>
          <p:cNvSpPr/>
          <p:nvPr/>
        </p:nvSpPr>
        <p:spPr>
          <a:xfrm>
            <a:off x="8274873" y="5405127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545D0B-92FC-E6A7-EC7D-7DCA45DBD68F}"/>
              </a:ext>
            </a:extLst>
          </p:cNvPr>
          <p:cNvSpPr txBox="1"/>
          <p:nvPr/>
        </p:nvSpPr>
        <p:spPr>
          <a:xfrm>
            <a:off x="8454829" y="5595710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2.9</a:t>
            </a:r>
          </a:p>
        </p:txBody>
      </p:sp>
      <p:sp>
        <p:nvSpPr>
          <p:cNvPr id="21" name="오른쪽 중괄호 20">
            <a:extLst>
              <a:ext uri="{FF2B5EF4-FFF2-40B4-BE49-F238E27FC236}">
                <a16:creationId xmlns:a16="http://schemas.microsoft.com/office/drawing/2014/main" id="{C3F691E4-9842-CA72-A678-72288B169E70}"/>
              </a:ext>
            </a:extLst>
          </p:cNvPr>
          <p:cNvSpPr/>
          <p:nvPr/>
        </p:nvSpPr>
        <p:spPr>
          <a:xfrm>
            <a:off x="8274873" y="5923113"/>
            <a:ext cx="121159" cy="489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F88333-E2ED-4EFD-30B3-3D3A5A264498}"/>
              </a:ext>
            </a:extLst>
          </p:cNvPr>
          <p:cNvSpPr txBox="1"/>
          <p:nvPr/>
        </p:nvSpPr>
        <p:spPr>
          <a:xfrm>
            <a:off x="8454829" y="6113696"/>
            <a:ext cx="216973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2.7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A893DE-F567-3E9A-F847-F09D8747B436}"/>
              </a:ext>
            </a:extLst>
          </p:cNvPr>
          <p:cNvSpPr txBox="1"/>
          <p:nvPr/>
        </p:nvSpPr>
        <p:spPr>
          <a:xfrm>
            <a:off x="8730599" y="3646506"/>
            <a:ext cx="99763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36000" tIns="0" rIns="36000" bIns="0">
            <a:spAutoFit/>
          </a:bodyPr>
          <a:lstStyle>
            <a:defPPr>
              <a:defRPr lang="ko-KR"/>
            </a:defPPr>
            <a:lvl1pPr marL="0" indent="0" algn="ctr" fontAlgn="auto" latinLnBrk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ct val="90000"/>
              <a:buFont typeface="Wingdings" panose="05000000000000000000" pitchFamily="2" charset="2"/>
              <a:buNone/>
              <a:tabLst>
                <a:tab pos="241300" algn="l"/>
              </a:tabLst>
              <a:defRPr kumimoji="0" sz="900" kern="0">
                <a:latin typeface="Arial Narrow" pitchFamily="34" charset="0"/>
                <a:ea typeface="LG스마트체 Regular" pitchFamily="50" charset="-127"/>
              </a:defRPr>
            </a:lvl1pPr>
            <a:lvl2pPr marL="334963" lvl="1" indent="-144463" latinLnBrk="0">
              <a:lnSpc>
                <a:spcPts val="1750"/>
              </a:lnSpc>
              <a:buSzPct val="90000"/>
              <a:buFont typeface="Arial Narrow" panose="020B0606020202030204" pitchFamily="34" charset="0"/>
              <a:buChar char="–"/>
              <a:defRPr kumimoji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LG스마트체 Regular" pitchFamily="50" charset="-127"/>
              </a:defRPr>
            </a:lvl2pPr>
            <a:lvl3pPr marL="1143000" indent="-228600">
              <a:defRPr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굴림" pitchFamily="50" charset="-127"/>
                <a:ea typeface="굴림" pitchFamily="50" charset="-127"/>
              </a:defRPr>
            </a:lvl9pPr>
          </a:lstStyle>
          <a:p>
            <a:pPr lvl="0" algn="l">
              <a:defRPr/>
            </a:pPr>
            <a:r>
              <a:rPr lang="en-US" altLang="ko-KR" sz="1000" dirty="0"/>
              <a:t>※ UPH120 </a:t>
            </a:r>
            <a:r>
              <a:rPr lang="ko-KR" altLang="en-US" sz="1000"/>
              <a:t>적용 시</a:t>
            </a:r>
            <a:br>
              <a:rPr lang="en-US" altLang="ko-KR" sz="1000" dirty="0"/>
            </a:br>
            <a:r>
              <a:rPr lang="en-US" altLang="ko-KR" sz="1000" dirty="0"/>
              <a:t>   Total 8</a:t>
            </a:r>
            <a:r>
              <a:rPr lang="ko-KR" altLang="en-US" sz="1000"/>
              <a:t>대 산출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40820011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MCBqaB3KUGlc7HJ.WGyF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 Narrow"/>
        <a:ea typeface="LG스마트체2.0 Regular"/>
        <a:cs typeface=""/>
      </a:majorFont>
      <a:minorFont>
        <a:latin typeface="Arial Narrow"/>
        <a:ea typeface="LG스마트체2.0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08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프레젠테이션1" id="{A9ECEAF5-58F7-452D-9B58-83C430E8C9C8}" vid="{4BBCAFA0-7C05-43FA-B3F7-80987CFE9E75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 Narrow"/>
        <a:ea typeface="LG스마트체2.0 Regular"/>
        <a:cs typeface=""/>
      </a:majorFont>
      <a:minorFont>
        <a:latin typeface="Arial Narrow"/>
        <a:ea typeface="LG스마트체2.0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08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프레젠테이션1" id="{A9ECEAF5-58F7-452D-9B58-83C430E8C9C8}" vid="{4BBCAFA0-7C05-43FA-B3F7-80987CFE9E75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191103</TotalTime>
  <Words>1333</Words>
  <Application>Microsoft Office PowerPoint</Application>
  <PresentationFormat>A4 용지(210x297mm)</PresentationFormat>
  <Paragraphs>626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LG EI Text SemiBold</vt:lpstr>
      <vt:lpstr>LG EI Text TTF Regular</vt:lpstr>
      <vt:lpstr>LG스마트체 Regular</vt:lpstr>
      <vt:lpstr>맑은 고딕</vt:lpstr>
      <vt:lpstr>Arial</vt:lpstr>
      <vt:lpstr>Arial Narrow</vt:lpstr>
      <vt:lpstr>Calibri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노태훈/선임/PRI 운영지원팀(taehoon.noh@lge.com)</dc:creator>
  <cp:lastModifiedBy>최민호</cp:lastModifiedBy>
  <cp:revision>1949</cp:revision>
  <cp:lastPrinted>2025-03-19T23:45:47Z</cp:lastPrinted>
  <dcterms:created xsi:type="dcterms:W3CDTF">2021-12-22T23:13:44Z</dcterms:created>
  <dcterms:modified xsi:type="dcterms:W3CDTF">2026-05-13T10:18:14Z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59f345-fd0b-4b4e-aba2-7c7a20c52995_Enabled">
    <vt:lpwstr>true</vt:lpwstr>
  </property>
  <property fmtid="{D5CDD505-2E9C-101B-9397-08002B2CF9AE}" pid="3" name="MSIP_Label_dd59f345-fd0b-4b4e-aba2-7c7a20c52995_SetDate">
    <vt:lpwstr>2024-07-18T02:23:54Z</vt:lpwstr>
  </property>
  <property fmtid="{D5CDD505-2E9C-101B-9397-08002B2CF9AE}" pid="4" name="MSIP_Label_dd59f345-fd0b-4b4e-aba2-7c7a20c52995_Method">
    <vt:lpwstr>Privileged</vt:lpwstr>
  </property>
  <property fmtid="{D5CDD505-2E9C-101B-9397-08002B2CF9AE}" pid="5" name="MSIP_Label_dd59f345-fd0b-4b4e-aba2-7c7a20c52995_Name">
    <vt:lpwstr>General</vt:lpwstr>
  </property>
  <property fmtid="{D5CDD505-2E9C-101B-9397-08002B2CF9AE}" pid="6" name="MSIP_Label_dd59f345-fd0b-4b4e-aba2-7c7a20c52995_SiteId">
    <vt:lpwstr>5069cde4-642a-45c0-8094-d0c2dec10be3</vt:lpwstr>
  </property>
  <property fmtid="{D5CDD505-2E9C-101B-9397-08002B2CF9AE}" pid="7" name="MSIP_Label_dd59f345-fd0b-4b4e-aba2-7c7a20c52995_ActionId">
    <vt:lpwstr>f667cd6e-b559-412c-afd8-a8eacc3f9ba1</vt:lpwstr>
  </property>
  <property fmtid="{D5CDD505-2E9C-101B-9397-08002B2CF9AE}" pid="8" name="MSIP_Label_dd59f345-fd0b-4b4e-aba2-7c7a20c52995_ContentBits">
    <vt:lpwstr>0</vt:lpwstr>
  </property>
</Properties>
</file>