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8819" r:id="rId2"/>
    <p:sldId id="8812" r:id="rId3"/>
    <p:sldId id="8813" r:id="rId4"/>
    <p:sldId id="682" r:id="rId5"/>
    <p:sldId id="8814" r:id="rId6"/>
    <p:sldId id="8815" r:id="rId7"/>
    <p:sldId id="8820" r:id="rId8"/>
    <p:sldId id="8821" r:id="rId9"/>
    <p:sldId id="8817" r:id="rId10"/>
    <p:sldId id="8810" r:id="rId11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079" autoAdjust="0"/>
    <p:restoredTop sz="91085" autoAdjust="0"/>
  </p:normalViewPr>
  <p:slideViewPr>
    <p:cSldViewPr snapToGrid="0">
      <p:cViewPr varScale="1">
        <p:scale>
          <a:sx n="149" d="100"/>
          <a:sy n="149" d="100"/>
        </p:scale>
        <p:origin x="1520" y="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E169042-15B0-42FF-A815-223DF7162A90}" type="datetimeFigureOut">
              <a:rPr lang="ko-KR" altLang="en-US" smtClean="0"/>
              <a:t>2026-06-14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7B369B6-53EC-46FA-AC2C-2ADB18AACAF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721024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A6278A-D319-3E22-48CF-972E641758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0C8ADFB-CEFB-4227-8C8F-2B9AD0186EB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3FB2038-C534-2FE9-7361-D9921652DAE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779AF09-2E29-561E-DCCB-79417AC5F90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1</a:t>
            </a:fld>
            <a:endParaRPr lang="en-US" sz="1200" b="0" i="0" u="none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  <p:extLst>
      <p:ext uri="{BB962C8B-B14F-4D97-AF65-F5344CB8AC3E}">
        <p14:creationId xmlns:p14="http://schemas.microsoft.com/office/powerpoint/2010/main" val="122852279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68F48C-52D6-1A10-29CA-6B1D99D544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06A6EED-163F-857A-C2FB-0176033518F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A9FAA91-028B-05C1-15DC-0C7B567F374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BB32BF2-F657-3118-FDCA-3A8A6832F3B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6A6877-8B73-4A95-9B70-003271156E6C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7132830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67CC4B-F15F-C5AB-76FC-64BB43397D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98275CB-0996-43BC-CC72-95CCFE0B38C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80F5BFA-A7E4-4B14-80B4-56F29513C8F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18FD903-F040-1512-440E-485459D7A68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6A6877-8B73-4A95-9B70-003271156E6C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6599348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6A6877-8B73-4A95-9B70-003271156E6C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7804393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6A6877-8B73-4A95-9B70-003271156E6C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7804393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6A6877-8B73-4A95-9B70-003271156E6C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2799569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4496CC-82DA-A963-CE3B-2C95A625AA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21C15EB-2815-89D7-30AD-ED42D04AEDD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BF06173-54DB-3EA7-40E5-8AE600E4249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A2D10BF-E98A-995B-EC19-E19B1C411DB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6A6877-8B73-4A95-9B70-003271156E6C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8918235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6A6877-8B73-4A95-9B70-003271156E6C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8159089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359FD9-BD11-BE4E-EDD2-57502CC4C2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205D043-A1DE-54D3-3221-5C3D04F641E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3C49364-314E-23A1-21A4-C3773821A93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87B2284-F820-B48D-9033-2E2B6C5AC84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6A6877-8B73-4A95-9B70-003271156E6C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0571879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449AF3-8FD7-0A74-7A2E-9C2DCAD47F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626CE7C-8A20-0AA0-D380-F07FFAEA440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156613E-4E7D-DA17-1B20-BB1E7E7EB6E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AE1F2A8-5C17-D23B-A9E8-719E5618209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6A6877-8B73-4A95-9B70-003271156E6C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652894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7CC8AD5-F687-4892-97F7-38B8C5204C8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65A20660-A915-4136-AC83-3CBF2994F0A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3AB74AF-96EA-49A3-8214-BEB5182B77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B6195D-95BB-467F-914E-BE08E3E935D8}" type="datetimeFigureOut">
              <a:rPr lang="ko-KR" altLang="en-US" smtClean="0"/>
              <a:t>2026-06-14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845ED3F-596E-424B-8A5D-8539D1E6FB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611124E-81EF-48A5-A2BD-A733F3BB3D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F77C9C-2277-456B-B070-B890FA0EA2A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875020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C3A8BBA-0C47-403E-B253-C297AA204A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D3A5398-7B73-487C-8EE5-DA96E7BBE6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FC1D1F2-B8BA-4B29-86EE-689D7EF64E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B6195D-95BB-467F-914E-BE08E3E935D8}" type="datetimeFigureOut">
              <a:rPr lang="ko-KR" altLang="en-US" smtClean="0"/>
              <a:t>2026-06-14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CCBC4DF-3770-48B9-B774-4E2915D8C2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BE1D857-09AA-4CC1-B863-09390F441F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F77C9C-2277-456B-B070-B890FA0EA2A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413445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1431189-50C3-4D79-9C4C-07A7CB0AFB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D9A099C-9A67-4A99-B923-9BB53A3275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D2DEA48-C4FA-4D04-90B8-5CAB1E3A94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B6195D-95BB-467F-914E-BE08E3E935D8}" type="datetimeFigureOut">
              <a:rPr lang="ko-KR" altLang="en-US" smtClean="0"/>
              <a:t>2026-06-14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EB6A050-C3D0-488B-80E1-7641860CC0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09CF42C-6DEB-4AA2-85B3-A8836ABB20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F77C9C-2277-456B-B070-B890FA0EA2A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107284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CBC8BD5-7A85-4E26-8C5F-EDD4DC6297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B47509C-A726-4DDA-AA65-F9BEFAECA45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CAB9EC9-8879-43A4-9BA6-92AE2672EE1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67C8AA7-5C28-48B1-AABB-151A0BD3F6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B6195D-95BB-467F-914E-BE08E3E935D8}" type="datetimeFigureOut">
              <a:rPr lang="ko-KR" altLang="en-US" smtClean="0"/>
              <a:t>2026-06-14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D9C1FFD-AB6C-4B0E-9177-0F91A80DC1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82DDC22-5BB8-4940-9BBE-716215078B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F77C9C-2277-456B-B070-B890FA0EA2A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254310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358B70A-1474-4CEB-A9A4-E2A19B0BEE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8BDEF32-1BA2-451E-B397-F360257E1E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923EDB3E-21B1-42EE-935E-F967169AFA3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092F402D-87E6-45CE-B9AE-BB222AEAFC4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E9A0BE97-B42D-42B7-9DC4-4CDCE945C6D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D50E71C8-A89A-45C0-9A5F-666C9B95AB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B6195D-95BB-467F-914E-BE08E3E935D8}" type="datetimeFigureOut">
              <a:rPr lang="ko-KR" altLang="en-US" smtClean="0"/>
              <a:t>2026-06-14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36023539-805D-44AA-85BB-ABBD78B03F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4B94745C-74A2-4386-8F2B-1E692FB5F6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F77C9C-2277-456B-B070-B890FA0EA2A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24858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C1F06D4-D4B3-408C-9D87-1944795D07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A2127AEE-2B54-438B-85F6-D9D44277E4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B6195D-95BB-467F-914E-BE08E3E935D8}" type="datetimeFigureOut">
              <a:rPr lang="ko-KR" altLang="en-US" smtClean="0"/>
              <a:t>2026-06-14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8E7C3389-AEF0-46AF-AA29-73B5E0E675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18FDBB6-1BF7-480B-AA85-FB25F54AB2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F77C9C-2277-456B-B070-B890FA0EA2A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368470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0C38BE84-307D-4ADE-9297-64A5C7DC72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B6195D-95BB-467F-914E-BE08E3E935D8}" type="datetimeFigureOut">
              <a:rPr lang="ko-KR" altLang="en-US" smtClean="0"/>
              <a:t>2026-06-14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8808CCB7-C0D7-42C6-BD0B-67587B8872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75C721C-D63C-4ADE-A09E-BE877FF1A7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F77C9C-2277-456B-B070-B890FA0EA2A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080291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D3EFF50-DACD-4485-95AD-3D6B18410F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48428D0-F1A8-442F-AF31-9BD917F2B8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58235C2-980D-4665-9553-EB9FCDF5DBF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21277C2-4C4A-4794-ADB9-8909ED19CB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B6195D-95BB-467F-914E-BE08E3E935D8}" type="datetimeFigureOut">
              <a:rPr lang="ko-KR" altLang="en-US" smtClean="0"/>
              <a:t>2026-06-14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613A761-B0E5-41C7-B50A-24D0E8B3C5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F07686E-EBEF-4769-855F-B5840E217E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F77C9C-2277-456B-B070-B890FA0EA2A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042231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05164C8-977E-4313-8EFB-B94F14263C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C5DC0B6D-E733-4E09-97A0-D03F05ECE49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E78D760-59B5-454B-86D9-4DE762EFB70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68F8068-C960-4BFB-9ED3-F6EC30C936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B6195D-95BB-467F-914E-BE08E3E935D8}" type="datetimeFigureOut">
              <a:rPr lang="ko-KR" altLang="en-US" smtClean="0"/>
              <a:t>2026-06-14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A1E7521-79FC-4F21-84AD-D3B962B710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BF6A5B8-6529-4EAD-B230-52C808E411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F77C9C-2277-456B-B070-B890FA0EA2A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771896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19F0AA2-3F60-427B-B4F2-1FD423F4D2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47687F8A-6F27-4909-B0F3-3CCA6C53B0F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6C925AE-7BA9-4E36-B751-AB0350A169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B6195D-95BB-467F-914E-BE08E3E935D8}" type="datetimeFigureOut">
              <a:rPr lang="ko-KR" altLang="en-US" smtClean="0"/>
              <a:t>2026-06-14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9CEFF8F-65A5-445A-BEF4-E552DB329F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34591D1-6C7B-445E-953B-36B28944BD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F77C9C-2277-456B-B070-B890FA0EA2A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810233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FD855364-E6D7-41B2-B4F6-C4F8FDEC14D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7075FAF7-F165-43B3-8A50-09A09BC103B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A847C76-E25F-4EF6-B34A-55BBE836CB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B6195D-95BB-467F-914E-BE08E3E935D8}" type="datetimeFigureOut">
              <a:rPr lang="ko-KR" altLang="en-US" smtClean="0"/>
              <a:t>2026-06-14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6D160E2-F80F-4434-99A4-2496CE648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269CD35-A9A0-4907-8838-61171FAA9B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F77C9C-2277-456B-B070-B890FA0EA2A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989729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3916B016-EDBA-4623-A878-14EB8C54FC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E52673A-6B87-4C17-9F82-97BCD145B2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8D682EC-87A5-4E30-B465-A68B699FA08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1B6195D-95BB-467F-914E-BE08E3E935D8}" type="datetimeFigureOut">
              <a:rPr lang="ko-KR" altLang="en-US" smtClean="0"/>
              <a:t>2026-06-14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BBFDE66-BEE2-48B5-AA5B-46D365B47E5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4058ABF-6F47-4F6B-BD1F-8B2D84E627A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AF77C9C-2277-456B-B070-B890FA0EA2A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343638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4.png"/><Relationship Id="rId4" Type="http://schemas.openxmlformats.org/officeDocument/2006/relationships/image" Target="../media/image4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0.png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D3C8AF-4CF7-A103-CE5B-F24673EED4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01D9E9F-F4CF-9291-37E1-5097C495F20C}"/>
              </a:ext>
            </a:extLst>
          </p:cNvPr>
          <p:cNvSpPr txBox="1"/>
          <p:nvPr/>
        </p:nvSpPr>
        <p:spPr>
          <a:xfrm>
            <a:off x="418408" y="192876"/>
            <a:ext cx="56775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dirty="0" err="1">
                <a:solidFill>
                  <a:srgbClr val="1A236F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DEVS_Coupled</a:t>
            </a:r>
            <a:r>
              <a:rPr lang="en-US" altLang="ko-KR" sz="2800" dirty="0">
                <a:solidFill>
                  <a:srgbClr val="1A236F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en-US" altLang="ko-KR" sz="2800" dirty="0" err="1">
                <a:solidFill>
                  <a:srgbClr val="1A236F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Model</a:t>
            </a:r>
            <a:r>
              <a:rPr lang="en-US" altLang="ko-KR" dirty="0" err="1">
                <a:solidFill>
                  <a:srgbClr val="1A236F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_final</a:t>
            </a:r>
            <a:endParaRPr lang="ko-KR" altLang="en-US" sz="2800" dirty="0">
              <a:solidFill>
                <a:srgbClr val="1A236F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D7C8FA8F-6F6D-8C20-BEE5-6E15CDE6AA2E}"/>
              </a:ext>
            </a:extLst>
          </p:cNvPr>
          <p:cNvSpPr/>
          <p:nvPr/>
        </p:nvSpPr>
        <p:spPr>
          <a:xfrm>
            <a:off x="538431" y="805811"/>
            <a:ext cx="11297118" cy="5966263"/>
          </a:xfrm>
          <a:prstGeom prst="rect">
            <a:avLst/>
          </a:prstGeom>
          <a:noFill/>
          <a:ln w="158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dirty="0">
              <a:solidFill>
                <a:schemeClr val="tx1"/>
              </a:solidFill>
              <a:latin typeface="Times New Roman" panose="02020603050405020304" pitchFamily="18" charset="0"/>
              <a:ea typeface="나눔스퀘어" panose="020B0600000101010101" pitchFamily="50" charset="-127"/>
              <a:cs typeface="Times New Roman" panose="02020603050405020304" pitchFamily="18" charset="0"/>
            </a:endParaRPr>
          </a:p>
        </p:txBody>
      </p:sp>
      <p:sp>
        <p:nvSpPr>
          <p:cNvPr id="40" name="Text Box 41">
            <a:extLst>
              <a:ext uri="{FF2B5EF4-FFF2-40B4-BE49-F238E27FC236}">
                <a16:creationId xmlns:a16="http://schemas.microsoft.com/office/drawing/2014/main" id="{5DF915B0-4968-66E7-38E2-57320D2FB4B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9879" y="909246"/>
            <a:ext cx="2992461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>
              <a:buNone/>
            </a:pPr>
            <a:r>
              <a:rPr lang="en-US" altLang="ko-KR" sz="1200" b="1" dirty="0">
                <a:latin typeface="Times New Roman" panose="02020603050405020304" pitchFamily="18" charset="0"/>
                <a:ea typeface="Pretendard SemiBold" panose="02000703000000020004" pitchFamily="50" charset="-127"/>
                <a:cs typeface="Times New Roman" panose="02020603050405020304" pitchFamily="18" charset="0"/>
              </a:rPr>
              <a:t>DEVS Model</a:t>
            </a:r>
          </a:p>
        </p:txBody>
      </p:sp>
      <p:sp>
        <p:nvSpPr>
          <p:cNvPr id="51" name="Google Shape;225;p4">
            <a:extLst>
              <a:ext uri="{FF2B5EF4-FFF2-40B4-BE49-F238E27FC236}">
                <a16:creationId xmlns:a16="http://schemas.microsoft.com/office/drawing/2014/main" id="{3931787D-FE5A-F846-9CFB-5A40C8D17C28}"/>
              </a:ext>
            </a:extLst>
          </p:cNvPr>
          <p:cNvSpPr/>
          <p:nvPr/>
        </p:nvSpPr>
        <p:spPr>
          <a:xfrm>
            <a:off x="1547964" y="5465179"/>
            <a:ext cx="2185978" cy="786607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Dispatching &amp; Routing </a:t>
            </a:r>
          </a:p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(ACS)</a:t>
            </a:r>
          </a:p>
        </p:txBody>
      </p:sp>
      <p:sp>
        <p:nvSpPr>
          <p:cNvPr id="78" name="직사각형 77">
            <a:extLst>
              <a:ext uri="{FF2B5EF4-FFF2-40B4-BE49-F238E27FC236}">
                <a16:creationId xmlns:a16="http://schemas.microsoft.com/office/drawing/2014/main" id="{F5123341-BDD2-32CB-C84C-14AFF0CB310D}"/>
              </a:ext>
            </a:extLst>
          </p:cNvPr>
          <p:cNvSpPr>
            <a:spLocks/>
          </p:cNvSpPr>
          <p:nvPr/>
        </p:nvSpPr>
        <p:spPr>
          <a:xfrm>
            <a:off x="741680" y="1135157"/>
            <a:ext cx="3948251" cy="2281310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100" b="1" dirty="0">
                <a:solidFill>
                  <a:schemeClr val="tx1"/>
                </a:solidFill>
                <a:latin typeface="Times New Roman" panose="02020603050405020304" pitchFamily="18" charset="0"/>
                <a:ea typeface="나눔스퀘어OTF" panose="020B0600000101010101" pitchFamily="34" charset="-127"/>
                <a:cs typeface="Times New Roman" panose="02020603050405020304" pitchFamily="18" charset="0"/>
              </a:rPr>
              <a:t>Experimental Frame</a:t>
            </a:r>
            <a:endParaRPr lang="ko-KR" altLang="en-US" sz="1100" b="1" dirty="0">
              <a:solidFill>
                <a:schemeClr val="tx1"/>
              </a:solidFill>
              <a:latin typeface="Times New Roman" panose="02020603050405020304" pitchFamily="18" charset="0"/>
              <a:ea typeface="나눔스퀘어OTF" panose="020B0600000101010101" pitchFamily="34" charset="-127"/>
              <a:cs typeface="Times New Roman" panose="02020603050405020304" pitchFamily="18" charset="0"/>
            </a:endParaRPr>
          </a:p>
        </p:txBody>
      </p:sp>
      <p:sp>
        <p:nvSpPr>
          <p:cNvPr id="79" name="Google Shape;225;p4">
            <a:extLst>
              <a:ext uri="{FF2B5EF4-FFF2-40B4-BE49-F238E27FC236}">
                <a16:creationId xmlns:a16="http://schemas.microsoft.com/office/drawing/2014/main" id="{05526CA9-091D-C966-ED62-932DB538C683}"/>
              </a:ext>
            </a:extLst>
          </p:cNvPr>
          <p:cNvSpPr/>
          <p:nvPr/>
        </p:nvSpPr>
        <p:spPr>
          <a:xfrm>
            <a:off x="1544131" y="1423258"/>
            <a:ext cx="1934706" cy="870462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Analyzer</a:t>
            </a:r>
            <a:endParaRPr sz="1000" b="1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997ACCCC-0483-2A7A-E6DC-8FA4B3E18D3C}"/>
              </a:ext>
            </a:extLst>
          </p:cNvPr>
          <p:cNvSpPr txBox="1"/>
          <p:nvPr/>
        </p:nvSpPr>
        <p:spPr>
          <a:xfrm>
            <a:off x="1796832" y="4229527"/>
            <a:ext cx="103593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50" dirty="0" err="1">
                <a:latin typeface="Times New Roman" panose="02020603050405020304" pitchFamily="18" charset="0"/>
                <a:ea typeface="나눔스퀘어" panose="020B0600000101010101" pitchFamily="50" charset="-127"/>
                <a:cs typeface="Times New Roman" panose="02020603050405020304" pitchFamily="18" charset="0"/>
              </a:rPr>
              <a:t>Schedule_info</a:t>
            </a:r>
            <a:endParaRPr lang="en-US" altLang="ko-KR" sz="1050" dirty="0">
              <a:latin typeface="Times New Roman" panose="02020603050405020304" pitchFamily="18" charset="0"/>
              <a:ea typeface="나눔스퀘어" panose="020B0600000101010101" pitchFamily="50" charset="-127"/>
              <a:cs typeface="Times New Roman" panose="02020603050405020304" pitchFamily="18" charset="0"/>
            </a:endParaRPr>
          </a:p>
        </p:txBody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800C5EA7-DC5B-F2D6-FD10-DA2D058E8787}"/>
              </a:ext>
            </a:extLst>
          </p:cNvPr>
          <p:cNvSpPr>
            <a:spLocks/>
          </p:cNvSpPr>
          <p:nvPr/>
        </p:nvSpPr>
        <p:spPr>
          <a:xfrm>
            <a:off x="5446324" y="1135158"/>
            <a:ext cx="6186588" cy="5566534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100" b="1" dirty="0">
                <a:solidFill>
                  <a:schemeClr val="tx1"/>
                </a:solidFill>
                <a:latin typeface="Times New Roman" panose="02020603050405020304" pitchFamily="18" charset="0"/>
                <a:ea typeface="나눔스퀘어OTF" panose="020B0600000101010101" pitchFamily="34" charset="-127"/>
                <a:cs typeface="Times New Roman" panose="02020603050405020304" pitchFamily="18" charset="0"/>
              </a:rPr>
              <a:t>Physical</a:t>
            </a:r>
            <a:r>
              <a:rPr lang="ko-KR" altLang="en-US" sz="1100" b="1" dirty="0">
                <a:solidFill>
                  <a:schemeClr val="tx1"/>
                </a:solidFill>
                <a:latin typeface="Times New Roman" panose="02020603050405020304" pitchFamily="18" charset="0"/>
                <a:ea typeface="나눔스퀘어OTF" panose="020B0600000101010101" pitchFamily="34" charset="-127"/>
                <a:cs typeface="Times New Roman" panose="02020603050405020304" pitchFamily="18" charset="0"/>
              </a:rPr>
              <a:t> </a:t>
            </a:r>
            <a:r>
              <a:rPr lang="en-US" altLang="ko-KR" sz="1100" b="1" dirty="0">
                <a:solidFill>
                  <a:schemeClr val="tx1"/>
                </a:solidFill>
                <a:latin typeface="Times New Roman" panose="02020603050405020304" pitchFamily="18" charset="0"/>
                <a:ea typeface="나눔스퀘어OTF" panose="020B0600000101010101" pitchFamily="34" charset="-127"/>
                <a:cs typeface="Times New Roman" panose="02020603050405020304" pitchFamily="18" charset="0"/>
              </a:rPr>
              <a:t>system</a:t>
            </a:r>
            <a:endParaRPr lang="ko-KR" altLang="en-US" sz="1100" b="1" dirty="0">
              <a:solidFill>
                <a:schemeClr val="tx1"/>
              </a:solidFill>
              <a:latin typeface="Times New Roman" panose="02020603050405020304" pitchFamily="18" charset="0"/>
              <a:ea typeface="나눔스퀘어OTF" panose="020B0600000101010101" pitchFamily="34" charset="-127"/>
              <a:cs typeface="Times New Roman" panose="02020603050405020304" pitchFamily="18" charset="0"/>
            </a:endParaRPr>
          </a:p>
        </p:txBody>
      </p: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BD4E73DC-9874-B81D-DCB6-D9EB18A1B000}"/>
              </a:ext>
            </a:extLst>
          </p:cNvPr>
          <p:cNvSpPr>
            <a:spLocks/>
          </p:cNvSpPr>
          <p:nvPr/>
        </p:nvSpPr>
        <p:spPr>
          <a:xfrm>
            <a:off x="741680" y="3611366"/>
            <a:ext cx="3955301" cy="3090325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100" b="1" dirty="0">
                <a:solidFill>
                  <a:schemeClr val="tx1"/>
                </a:solidFill>
                <a:latin typeface="Times New Roman" panose="02020603050405020304" pitchFamily="18" charset="0"/>
                <a:ea typeface="나눔스퀘어OTF" panose="020B0600000101010101" pitchFamily="34" charset="-127"/>
                <a:cs typeface="Times New Roman" panose="02020603050405020304" pitchFamily="18" charset="0"/>
              </a:rPr>
              <a:t>Control system</a:t>
            </a:r>
            <a:endParaRPr lang="ko-KR" altLang="en-US" sz="1100" b="1" dirty="0">
              <a:solidFill>
                <a:schemeClr val="tx1"/>
              </a:solidFill>
              <a:latin typeface="Times New Roman" panose="02020603050405020304" pitchFamily="18" charset="0"/>
              <a:ea typeface="나눔스퀘어OTF" panose="020B0600000101010101" pitchFamily="34" charset="-127"/>
              <a:cs typeface="Times New Roman" panose="02020603050405020304" pitchFamily="18" charset="0"/>
            </a:endParaRPr>
          </a:p>
        </p:txBody>
      </p:sp>
      <p:sp>
        <p:nvSpPr>
          <p:cNvPr id="63" name="Google Shape;225;p4">
            <a:extLst>
              <a:ext uri="{FF2B5EF4-FFF2-40B4-BE49-F238E27FC236}">
                <a16:creationId xmlns:a16="http://schemas.microsoft.com/office/drawing/2014/main" id="{4EAD4334-C8AE-81B0-0142-660351BFF0E8}"/>
              </a:ext>
            </a:extLst>
          </p:cNvPr>
          <p:cNvSpPr/>
          <p:nvPr/>
        </p:nvSpPr>
        <p:spPr>
          <a:xfrm>
            <a:off x="1547964" y="4034399"/>
            <a:ext cx="2185978" cy="1115311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Schedule manager </a:t>
            </a:r>
          </a:p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(MCS)</a:t>
            </a:r>
          </a:p>
        </p:txBody>
      </p:sp>
      <p:cxnSp>
        <p:nvCxnSpPr>
          <p:cNvPr id="111" name="직선 화살표 연결선 110">
            <a:extLst>
              <a:ext uri="{FF2B5EF4-FFF2-40B4-BE49-F238E27FC236}">
                <a16:creationId xmlns:a16="http://schemas.microsoft.com/office/drawing/2014/main" id="{AA7A9026-11E8-ECAE-AA41-47CB0A6AA341}"/>
              </a:ext>
            </a:extLst>
          </p:cNvPr>
          <p:cNvCxnSpPr>
            <a:cxnSpLocks/>
          </p:cNvCxnSpPr>
          <p:nvPr/>
        </p:nvCxnSpPr>
        <p:spPr>
          <a:xfrm flipH="1" flipV="1">
            <a:off x="3467391" y="1720189"/>
            <a:ext cx="3239345" cy="4522"/>
          </a:xfrm>
          <a:prstGeom prst="straightConnector1">
            <a:avLst/>
          </a:prstGeom>
          <a:ln w="9525">
            <a:solidFill>
              <a:srgbClr val="FF0000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직선 화살표 연결선 55">
            <a:extLst>
              <a:ext uri="{FF2B5EF4-FFF2-40B4-BE49-F238E27FC236}">
                <a16:creationId xmlns:a16="http://schemas.microsoft.com/office/drawing/2014/main" id="{FE1433D8-863A-0744-2E4E-411988F5BBCA}"/>
              </a:ext>
            </a:extLst>
          </p:cNvPr>
          <p:cNvCxnSpPr>
            <a:cxnSpLocks/>
          </p:cNvCxnSpPr>
          <p:nvPr/>
        </p:nvCxnSpPr>
        <p:spPr>
          <a:xfrm>
            <a:off x="3102061" y="5149710"/>
            <a:ext cx="0" cy="315469"/>
          </a:xfrm>
          <a:prstGeom prst="straightConnector1">
            <a:avLst/>
          </a:prstGeom>
          <a:ln w="9525">
            <a:solidFill>
              <a:srgbClr val="FF0000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8" name="직선 연결선 197">
            <a:extLst>
              <a:ext uri="{FF2B5EF4-FFF2-40B4-BE49-F238E27FC236}">
                <a16:creationId xmlns:a16="http://schemas.microsoft.com/office/drawing/2014/main" id="{428E1914-CABC-404F-A0F0-43291AE4A71A}"/>
              </a:ext>
            </a:extLst>
          </p:cNvPr>
          <p:cNvCxnSpPr>
            <a:cxnSpLocks/>
            <a:stCxn id="195" idx="5"/>
            <a:endCxn id="196" idx="4"/>
          </p:cNvCxnSpPr>
          <p:nvPr/>
        </p:nvCxnSpPr>
        <p:spPr>
          <a:xfrm flipH="1">
            <a:off x="4540213" y="4317375"/>
            <a:ext cx="9809" cy="148329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5" name="그룹 34">
            <a:extLst>
              <a:ext uri="{FF2B5EF4-FFF2-40B4-BE49-F238E27FC236}">
                <a16:creationId xmlns:a16="http://schemas.microsoft.com/office/drawing/2014/main" id="{F0C73640-2C05-46A7-B540-AB29E46365F7}"/>
              </a:ext>
            </a:extLst>
          </p:cNvPr>
          <p:cNvGrpSpPr/>
          <p:nvPr/>
        </p:nvGrpSpPr>
        <p:grpSpPr>
          <a:xfrm>
            <a:off x="6696754" y="1386112"/>
            <a:ext cx="4250643" cy="813872"/>
            <a:chOff x="6941535" y="1379043"/>
            <a:chExt cx="3946082" cy="813872"/>
          </a:xfrm>
        </p:grpSpPr>
        <p:sp>
          <p:nvSpPr>
            <p:cNvPr id="57" name="Google Shape;225;p4">
              <a:extLst>
                <a:ext uri="{FF2B5EF4-FFF2-40B4-BE49-F238E27FC236}">
                  <a16:creationId xmlns:a16="http://schemas.microsoft.com/office/drawing/2014/main" id="{190EAAFE-F258-EBA8-8A37-786EEAEB2434}"/>
                </a:ext>
              </a:extLst>
            </p:cNvPr>
            <p:cNvSpPr/>
            <p:nvPr/>
          </p:nvSpPr>
          <p:spPr>
            <a:xfrm>
              <a:off x="7149553" y="1525088"/>
              <a:ext cx="3738064" cy="667827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05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8" name="Google Shape;225;p4">
              <a:extLst>
                <a:ext uri="{FF2B5EF4-FFF2-40B4-BE49-F238E27FC236}">
                  <a16:creationId xmlns:a16="http://schemas.microsoft.com/office/drawing/2014/main" id="{29D448CD-9F1A-5F42-7ED6-2F651F4DFE06}"/>
                </a:ext>
              </a:extLst>
            </p:cNvPr>
            <p:cNvSpPr/>
            <p:nvPr/>
          </p:nvSpPr>
          <p:spPr>
            <a:xfrm>
              <a:off x="7056168" y="1450292"/>
              <a:ext cx="3748206" cy="667827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05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9" name="Google Shape;225;p4">
              <a:extLst>
                <a:ext uri="{FF2B5EF4-FFF2-40B4-BE49-F238E27FC236}">
                  <a16:creationId xmlns:a16="http://schemas.microsoft.com/office/drawing/2014/main" id="{8B04C977-6998-BBA6-3716-C714EEDCDF57}"/>
                </a:ext>
              </a:extLst>
            </p:cNvPr>
            <p:cNvSpPr/>
            <p:nvPr/>
          </p:nvSpPr>
          <p:spPr>
            <a:xfrm>
              <a:off x="6941535" y="1379043"/>
              <a:ext cx="3780327" cy="667827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 b="1" dirty="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AMR (Processor)</a:t>
              </a:r>
            </a:p>
          </p:txBody>
        </p:sp>
      </p:grpSp>
      <p:sp>
        <p:nvSpPr>
          <p:cNvPr id="222" name="직사각형 221">
            <a:extLst>
              <a:ext uri="{FF2B5EF4-FFF2-40B4-BE49-F238E27FC236}">
                <a16:creationId xmlns:a16="http://schemas.microsoft.com/office/drawing/2014/main" id="{C828F4B8-5D23-4A0A-AEF5-52BEE9BDA8CE}"/>
              </a:ext>
            </a:extLst>
          </p:cNvPr>
          <p:cNvSpPr/>
          <p:nvPr/>
        </p:nvSpPr>
        <p:spPr>
          <a:xfrm>
            <a:off x="4254166" y="4362792"/>
            <a:ext cx="47681" cy="12934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75" name="Google Shape;225;p4">
            <a:extLst>
              <a:ext uri="{FF2B5EF4-FFF2-40B4-BE49-F238E27FC236}">
                <a16:creationId xmlns:a16="http://schemas.microsoft.com/office/drawing/2014/main" id="{05C70FEE-780C-4820-98DC-7F9D9BA41BD4}"/>
              </a:ext>
            </a:extLst>
          </p:cNvPr>
          <p:cNvSpPr/>
          <p:nvPr/>
        </p:nvSpPr>
        <p:spPr>
          <a:xfrm>
            <a:off x="6737899" y="2805493"/>
            <a:ext cx="3230446" cy="1102343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Manufacturing</a:t>
            </a:r>
            <a:r>
              <a:rPr lang="ko-KR" altLang="en-US" sz="10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altLang="ko-KR" sz="10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manager(</a:t>
            </a:r>
            <a:r>
              <a:rPr lang="ko-KR" altLang="en-US" sz="1000" dirty="0">
                <a:solidFill>
                  <a:schemeClr val="dk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Times New Roman"/>
                <a:sym typeface="Times New Roman"/>
              </a:rPr>
              <a:t>공급</a:t>
            </a:r>
            <a:r>
              <a:rPr lang="en-US" altLang="ko-KR" sz="1000" dirty="0">
                <a:solidFill>
                  <a:schemeClr val="dk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Times New Roman"/>
                <a:sym typeface="Times New Roman"/>
              </a:rPr>
              <a:t>/</a:t>
            </a:r>
            <a:r>
              <a:rPr lang="ko-KR" altLang="en-US" sz="1000" dirty="0">
                <a:solidFill>
                  <a:schemeClr val="dk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Times New Roman"/>
                <a:sym typeface="Times New Roman"/>
              </a:rPr>
              <a:t>회수</a:t>
            </a:r>
            <a:r>
              <a:rPr lang="en-US" altLang="ko-KR" sz="10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 lang="en-US" sz="1000" b="1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2" name="Google Shape;225;p4">
            <a:extLst>
              <a:ext uri="{FF2B5EF4-FFF2-40B4-BE49-F238E27FC236}">
                <a16:creationId xmlns:a16="http://schemas.microsoft.com/office/drawing/2014/main" id="{AE00C4EC-D126-4695-B2EB-6D9AA0BA7189}"/>
              </a:ext>
            </a:extLst>
          </p:cNvPr>
          <p:cNvSpPr/>
          <p:nvPr/>
        </p:nvSpPr>
        <p:spPr>
          <a:xfrm>
            <a:off x="6729173" y="5163343"/>
            <a:ext cx="4218225" cy="667827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Transportation information manager</a:t>
            </a: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2B606AF8-89EC-7E0C-8B4D-031A3D3763DF}"/>
              </a:ext>
            </a:extLst>
          </p:cNvPr>
          <p:cNvSpPr/>
          <p:nvPr/>
        </p:nvSpPr>
        <p:spPr>
          <a:xfrm>
            <a:off x="4242362" y="4608188"/>
            <a:ext cx="47681" cy="12934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0B97BB7B-F73D-DFA4-C1BE-EB4A9ECB009C}"/>
              </a:ext>
            </a:extLst>
          </p:cNvPr>
          <p:cNvSpPr/>
          <p:nvPr/>
        </p:nvSpPr>
        <p:spPr>
          <a:xfrm rot="10646048">
            <a:off x="4369432" y="4525618"/>
            <a:ext cx="45719" cy="13169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2CAB25EC-2EFE-5F4F-4051-31505B97A241}"/>
              </a:ext>
            </a:extLst>
          </p:cNvPr>
          <p:cNvSpPr/>
          <p:nvPr/>
        </p:nvSpPr>
        <p:spPr>
          <a:xfrm rot="10646048">
            <a:off x="4250704" y="4611917"/>
            <a:ext cx="45719" cy="13169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2A5B9606-F296-48F3-AFE0-ADB47740C47D}"/>
              </a:ext>
            </a:extLst>
          </p:cNvPr>
          <p:cNvSpPr txBox="1"/>
          <p:nvPr/>
        </p:nvSpPr>
        <p:spPr>
          <a:xfrm>
            <a:off x="924686" y="3143316"/>
            <a:ext cx="1142323" cy="21544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dirty="0" err="1">
                <a:latin typeface="Times New Roman" panose="02020603050405020304" pitchFamily="18" charset="0"/>
                <a:ea typeface="나눔스퀘어" panose="020B0600000101010101" pitchFamily="50" charset="-127"/>
                <a:cs typeface="Times New Roman" panose="02020603050405020304" pitchFamily="18" charset="0"/>
              </a:rPr>
              <a:t>supply_order_to_MCS</a:t>
            </a:r>
            <a:endParaRPr lang="en-US" altLang="ko-KR" sz="800" i="1" dirty="0">
              <a:latin typeface="Times New Roman" panose="02020603050405020304" pitchFamily="18" charset="0"/>
              <a:ea typeface="나눔스퀘어" panose="020B0600000101010101" pitchFamily="50" charset="-127"/>
              <a:cs typeface="Times New Roman" panose="02020603050405020304" pitchFamily="18" charset="0"/>
            </a:endParaRP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50E1EF4D-4D57-4F2C-B181-0DD54B956E97}"/>
              </a:ext>
            </a:extLst>
          </p:cNvPr>
          <p:cNvSpPr txBox="1"/>
          <p:nvPr/>
        </p:nvSpPr>
        <p:spPr>
          <a:xfrm>
            <a:off x="2564608" y="4037995"/>
            <a:ext cx="1268534" cy="21544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dirty="0" err="1">
                <a:latin typeface="Times New Roman" panose="02020603050405020304" pitchFamily="18" charset="0"/>
                <a:ea typeface="나눔스퀘어" panose="020B0600000101010101" pitchFamily="50" charset="-127"/>
                <a:cs typeface="Times New Roman" panose="02020603050405020304" pitchFamily="18" charset="0"/>
              </a:rPr>
              <a:t>supply_order_from_gen</a:t>
            </a:r>
            <a:endParaRPr lang="en-US" altLang="ko-KR" sz="800" i="1" dirty="0">
              <a:latin typeface="Times New Roman" panose="02020603050405020304" pitchFamily="18" charset="0"/>
              <a:ea typeface="나눔스퀘어" panose="020B0600000101010101" pitchFamily="50" charset="-127"/>
              <a:cs typeface="Times New Roman" panose="02020603050405020304" pitchFamily="18" charset="0"/>
            </a:endParaRP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145A4245-018A-41E9-9B59-3A1F9B410105}"/>
              </a:ext>
            </a:extLst>
          </p:cNvPr>
          <p:cNvSpPr txBox="1"/>
          <p:nvPr/>
        </p:nvSpPr>
        <p:spPr>
          <a:xfrm>
            <a:off x="2076513" y="3799049"/>
            <a:ext cx="1142323" cy="21544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dirty="0" err="1">
                <a:latin typeface="Times New Roman" panose="02020603050405020304" pitchFamily="18" charset="0"/>
                <a:ea typeface="나눔스퀘어" panose="020B0600000101010101" pitchFamily="50" charset="-127"/>
                <a:cs typeface="Times New Roman" panose="02020603050405020304" pitchFamily="18" charset="0"/>
              </a:rPr>
              <a:t>supply_order_to_MCS</a:t>
            </a:r>
            <a:endParaRPr lang="en-US" altLang="ko-KR" sz="800" i="1" dirty="0">
              <a:latin typeface="Times New Roman" panose="02020603050405020304" pitchFamily="18" charset="0"/>
              <a:ea typeface="나눔스퀘어" panose="020B0600000101010101" pitchFamily="50" charset="-127"/>
              <a:cs typeface="Times New Roman" panose="02020603050405020304" pitchFamily="18" charset="0"/>
            </a:endParaRP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4B06097C-BE84-419B-96BF-AFAD044502C9}"/>
              </a:ext>
            </a:extLst>
          </p:cNvPr>
          <p:cNvSpPr txBox="1"/>
          <p:nvPr/>
        </p:nvSpPr>
        <p:spPr>
          <a:xfrm>
            <a:off x="2524595" y="4945039"/>
            <a:ext cx="1142323" cy="21544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dirty="0" err="1">
                <a:latin typeface="Times New Roman" panose="02020603050405020304" pitchFamily="18" charset="0"/>
                <a:ea typeface="나눔스퀘어" panose="020B0600000101010101" pitchFamily="50" charset="-127"/>
                <a:cs typeface="Times New Roman" panose="02020603050405020304" pitchFamily="18" charset="0"/>
              </a:rPr>
              <a:t>schedule_info_to_ACS</a:t>
            </a:r>
            <a:endParaRPr lang="en-US" altLang="ko-KR" sz="800" i="1" dirty="0">
              <a:latin typeface="Times New Roman" panose="02020603050405020304" pitchFamily="18" charset="0"/>
              <a:ea typeface="나눔스퀘어" panose="020B0600000101010101" pitchFamily="50" charset="-127"/>
              <a:cs typeface="Times New Roman" panose="02020603050405020304" pitchFamily="18" charset="0"/>
            </a:endParaRPr>
          </a:p>
        </p:txBody>
      </p: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FF111203-2BBB-4347-ACDA-6FC19ACC50DA}"/>
              </a:ext>
            </a:extLst>
          </p:cNvPr>
          <p:cNvSpPr/>
          <p:nvPr/>
        </p:nvSpPr>
        <p:spPr>
          <a:xfrm rot="10800000">
            <a:off x="4391953" y="4325322"/>
            <a:ext cx="45719" cy="13169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245F9C14-F088-4200-8026-964D4689BA3B}"/>
              </a:ext>
            </a:extLst>
          </p:cNvPr>
          <p:cNvSpPr txBox="1"/>
          <p:nvPr/>
        </p:nvSpPr>
        <p:spPr>
          <a:xfrm>
            <a:off x="2590727" y="5457851"/>
            <a:ext cx="1142323" cy="33855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r"/>
            <a:r>
              <a:rPr lang="en-US" altLang="ko-KR" sz="800" dirty="0" err="1">
                <a:latin typeface="Times New Roman" panose="02020603050405020304" pitchFamily="18" charset="0"/>
                <a:ea typeface="나눔스퀘어" panose="020B0600000101010101" pitchFamily="50" charset="-127"/>
                <a:cs typeface="Times New Roman" panose="02020603050405020304" pitchFamily="18" charset="0"/>
              </a:rPr>
              <a:t>schedule_info</a:t>
            </a:r>
            <a:r>
              <a:rPr lang="en-US" altLang="ko-KR" sz="800" dirty="0">
                <a:latin typeface="Times New Roman" panose="02020603050405020304" pitchFamily="18" charset="0"/>
                <a:ea typeface="나눔스퀘어" panose="020B0600000101010101" pitchFamily="50" charset="-127"/>
                <a:cs typeface="Times New Roman" panose="02020603050405020304" pitchFamily="18" charset="0"/>
              </a:rPr>
              <a:t>_</a:t>
            </a:r>
          </a:p>
          <a:p>
            <a:pPr algn="r"/>
            <a:r>
              <a:rPr lang="en-US" altLang="ko-KR" sz="800" dirty="0" err="1">
                <a:latin typeface="Times New Roman" panose="02020603050405020304" pitchFamily="18" charset="0"/>
                <a:ea typeface="나눔스퀘어" panose="020B0600000101010101" pitchFamily="50" charset="-127"/>
                <a:cs typeface="Times New Roman" panose="02020603050405020304" pitchFamily="18" charset="0"/>
              </a:rPr>
              <a:t>from_MCS</a:t>
            </a:r>
            <a:endParaRPr lang="en-US" altLang="ko-KR" sz="800" dirty="0">
              <a:latin typeface="Times New Roman" panose="02020603050405020304" pitchFamily="18" charset="0"/>
              <a:ea typeface="나눔스퀘어" panose="020B0600000101010101" pitchFamily="50" charset="-127"/>
              <a:cs typeface="Times New Roman" panose="02020603050405020304" pitchFamily="18" charset="0"/>
            </a:endParaRP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04827EB4-88CE-4C11-ACD7-1BA1F02034C9}"/>
              </a:ext>
            </a:extLst>
          </p:cNvPr>
          <p:cNvSpPr txBox="1"/>
          <p:nvPr/>
        </p:nvSpPr>
        <p:spPr>
          <a:xfrm>
            <a:off x="2849265" y="5782386"/>
            <a:ext cx="1142323" cy="21544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dirty="0" err="1">
                <a:latin typeface="Times New Roman" panose="02020603050405020304" pitchFamily="18" charset="0"/>
                <a:ea typeface="나눔스퀘어" panose="020B0600000101010101" pitchFamily="50" charset="-127"/>
                <a:cs typeface="Times New Roman" panose="02020603050405020304" pitchFamily="18" charset="0"/>
              </a:rPr>
              <a:t>cmd_to_amr</a:t>
            </a:r>
            <a:endParaRPr lang="en-US" altLang="ko-KR" sz="800" i="1" dirty="0">
              <a:latin typeface="Times New Roman" panose="02020603050405020304" pitchFamily="18" charset="0"/>
              <a:ea typeface="나눔스퀘어" panose="020B0600000101010101" pitchFamily="50" charset="-127"/>
              <a:cs typeface="Times New Roman" panose="02020603050405020304" pitchFamily="18" charset="0"/>
            </a:endParaRP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24D476C1-3FA7-4B39-9748-3C4D9C26D9CE}"/>
              </a:ext>
            </a:extLst>
          </p:cNvPr>
          <p:cNvSpPr txBox="1"/>
          <p:nvPr/>
        </p:nvSpPr>
        <p:spPr>
          <a:xfrm>
            <a:off x="3509359" y="5704933"/>
            <a:ext cx="1142323" cy="21544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dirty="0" err="1">
                <a:latin typeface="Times New Roman" panose="02020603050405020304" pitchFamily="18" charset="0"/>
                <a:ea typeface="나눔스퀘어" panose="020B0600000101010101" pitchFamily="50" charset="-127"/>
                <a:cs typeface="Times New Roman" panose="02020603050405020304" pitchFamily="18" charset="0"/>
              </a:rPr>
              <a:t>cmd_to_amr</a:t>
            </a:r>
            <a:endParaRPr lang="en-US" altLang="ko-KR" sz="800" i="1" dirty="0">
              <a:latin typeface="Times New Roman" panose="02020603050405020304" pitchFamily="18" charset="0"/>
              <a:ea typeface="나눔스퀘어" panose="020B0600000101010101" pitchFamily="50" charset="-127"/>
              <a:cs typeface="Times New Roman" panose="02020603050405020304" pitchFamily="18" charset="0"/>
            </a:endParaRP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874E5D86-285C-4B3E-B4B8-91ECB36433DC}"/>
              </a:ext>
            </a:extLst>
          </p:cNvPr>
          <p:cNvSpPr txBox="1"/>
          <p:nvPr/>
        </p:nvSpPr>
        <p:spPr>
          <a:xfrm>
            <a:off x="5717383" y="1702041"/>
            <a:ext cx="1142323" cy="21544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dirty="0" err="1">
                <a:latin typeface="Times New Roman" panose="02020603050405020304" pitchFamily="18" charset="0"/>
                <a:ea typeface="나눔스퀘어" panose="020B0600000101010101" pitchFamily="50" charset="-127"/>
                <a:cs typeface="Times New Roman" panose="02020603050405020304" pitchFamily="18" charset="0"/>
              </a:rPr>
              <a:t>cmd_to_amr</a:t>
            </a:r>
            <a:endParaRPr lang="en-US" altLang="ko-KR" sz="800" i="1" dirty="0">
              <a:latin typeface="Times New Roman" panose="02020603050405020304" pitchFamily="18" charset="0"/>
              <a:ea typeface="나눔스퀘어" panose="020B0600000101010101" pitchFamily="50" charset="-127"/>
              <a:cs typeface="Times New Roman" panose="02020603050405020304" pitchFamily="18" charset="0"/>
            </a:endParaRP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C2D28920-BD53-4338-BF76-C99A4460C8A8}"/>
              </a:ext>
            </a:extLst>
          </p:cNvPr>
          <p:cNvSpPr txBox="1"/>
          <p:nvPr/>
        </p:nvSpPr>
        <p:spPr>
          <a:xfrm>
            <a:off x="6671971" y="1768624"/>
            <a:ext cx="863433" cy="21544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dirty="0" err="1">
                <a:latin typeface="Times New Roman" panose="02020603050405020304" pitchFamily="18" charset="0"/>
                <a:ea typeface="나눔스퀘어" panose="020B0600000101010101" pitchFamily="50" charset="-127"/>
                <a:cs typeface="Times New Roman" panose="02020603050405020304" pitchFamily="18" charset="0"/>
              </a:rPr>
              <a:t>cmd_from_ACS</a:t>
            </a:r>
            <a:endParaRPr lang="en-US" altLang="ko-KR" sz="800" i="1" dirty="0">
              <a:latin typeface="Times New Roman" panose="02020603050405020304" pitchFamily="18" charset="0"/>
              <a:ea typeface="나눔스퀘어" panose="020B0600000101010101" pitchFamily="50" charset="-127"/>
              <a:cs typeface="Times New Roman" panose="02020603050405020304" pitchFamily="18" charset="0"/>
            </a:endParaRP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2EFB19C0-576B-4F7E-8ED2-46F54375941F}"/>
              </a:ext>
            </a:extLst>
          </p:cNvPr>
          <p:cNvSpPr txBox="1"/>
          <p:nvPr/>
        </p:nvSpPr>
        <p:spPr>
          <a:xfrm>
            <a:off x="2962407" y="4259544"/>
            <a:ext cx="794034" cy="21544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r"/>
            <a:r>
              <a:rPr lang="en-US" altLang="ko-KR" sz="800" dirty="0" err="1">
                <a:latin typeface="Times New Roman" panose="02020603050405020304" pitchFamily="18" charset="0"/>
                <a:ea typeface="나눔스퀘어" panose="020B0600000101010101" pitchFamily="50" charset="-127"/>
                <a:cs typeface="Times New Roman" panose="02020603050405020304" pitchFamily="18" charset="0"/>
              </a:rPr>
              <a:t>m_req_to_mm</a:t>
            </a:r>
            <a:endParaRPr lang="en-US" altLang="ko-KR" sz="800" i="1" dirty="0">
              <a:latin typeface="Times New Roman" panose="02020603050405020304" pitchFamily="18" charset="0"/>
              <a:ea typeface="나눔스퀘어" panose="020B0600000101010101" pitchFamily="50" charset="-127"/>
              <a:cs typeface="Times New Roman" panose="02020603050405020304" pitchFamily="18" charset="0"/>
            </a:endParaRP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93479521-F648-4022-92CE-C780A93DA1EE}"/>
              </a:ext>
            </a:extLst>
          </p:cNvPr>
          <p:cNvSpPr txBox="1"/>
          <p:nvPr/>
        </p:nvSpPr>
        <p:spPr>
          <a:xfrm>
            <a:off x="2707137" y="4549164"/>
            <a:ext cx="1022196" cy="21544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r"/>
            <a:r>
              <a:rPr lang="en-US" altLang="ko-KR" sz="800" dirty="0" err="1">
                <a:latin typeface="Times New Roman" panose="02020603050405020304" pitchFamily="18" charset="0"/>
                <a:ea typeface="나눔스퀘어" panose="020B0600000101010101" pitchFamily="50" charset="-127"/>
                <a:cs typeface="Times New Roman" panose="02020603050405020304" pitchFamily="18" charset="0"/>
              </a:rPr>
              <a:t>m_info_from_mm</a:t>
            </a:r>
            <a:endParaRPr lang="en-US" altLang="ko-KR" sz="800" i="1" dirty="0">
              <a:latin typeface="Times New Roman" panose="02020603050405020304" pitchFamily="18" charset="0"/>
              <a:ea typeface="나눔스퀘어" panose="020B0600000101010101" pitchFamily="50" charset="-127"/>
              <a:cs typeface="Times New Roman" panose="02020603050405020304" pitchFamily="18" charset="0"/>
            </a:endParaRP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90132906-70C5-40CE-A5D6-028B0C56954C}"/>
              </a:ext>
            </a:extLst>
          </p:cNvPr>
          <p:cNvSpPr txBox="1"/>
          <p:nvPr/>
        </p:nvSpPr>
        <p:spPr>
          <a:xfrm>
            <a:off x="3680711" y="4212618"/>
            <a:ext cx="799521" cy="21544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ko-KR" sz="800" dirty="0" err="1">
                <a:latin typeface="Times New Roman" panose="02020603050405020304" pitchFamily="18" charset="0"/>
                <a:ea typeface="나눔스퀘어" panose="020B0600000101010101" pitchFamily="50" charset="-127"/>
                <a:cs typeface="Times New Roman" panose="02020603050405020304" pitchFamily="18" charset="0"/>
              </a:rPr>
              <a:t>m_req_to_mm</a:t>
            </a:r>
            <a:endParaRPr lang="en-US" altLang="ko-KR" sz="800" i="1" dirty="0">
              <a:latin typeface="Times New Roman" panose="02020603050405020304" pitchFamily="18" charset="0"/>
              <a:ea typeface="나눔스퀘어" panose="020B0600000101010101" pitchFamily="50" charset="-127"/>
              <a:cs typeface="Times New Roman" panose="02020603050405020304" pitchFamily="18" charset="0"/>
            </a:endParaRP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33CDDA31-372E-4125-9B93-8533198A8CB0}"/>
              </a:ext>
            </a:extLst>
          </p:cNvPr>
          <p:cNvSpPr txBox="1"/>
          <p:nvPr/>
        </p:nvSpPr>
        <p:spPr>
          <a:xfrm>
            <a:off x="5889683" y="3220378"/>
            <a:ext cx="857094" cy="21544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ko-KR" sz="800" dirty="0" err="1">
                <a:latin typeface="Times New Roman" panose="02020603050405020304" pitchFamily="18" charset="0"/>
                <a:ea typeface="나눔스퀘어" panose="020B0600000101010101" pitchFamily="50" charset="-127"/>
                <a:cs typeface="Times New Roman" panose="02020603050405020304" pitchFamily="18" charset="0"/>
              </a:rPr>
              <a:t>m_req_to_mm</a:t>
            </a:r>
            <a:endParaRPr lang="en-US" altLang="ko-KR" sz="800" i="1" dirty="0">
              <a:latin typeface="Times New Roman" panose="02020603050405020304" pitchFamily="18" charset="0"/>
              <a:ea typeface="나눔스퀘어" panose="020B0600000101010101" pitchFamily="50" charset="-127"/>
              <a:cs typeface="Times New Roman" panose="02020603050405020304" pitchFamily="18" charset="0"/>
            </a:endParaRP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DDBA11F5-17F3-4AC2-A435-EC37EA998C32}"/>
              </a:ext>
            </a:extLst>
          </p:cNvPr>
          <p:cNvSpPr txBox="1"/>
          <p:nvPr/>
        </p:nvSpPr>
        <p:spPr>
          <a:xfrm>
            <a:off x="5784263" y="3521796"/>
            <a:ext cx="966040" cy="21544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ko-KR" sz="800" dirty="0" err="1">
                <a:latin typeface="Times New Roman" panose="02020603050405020304" pitchFamily="18" charset="0"/>
                <a:ea typeface="나눔스퀘어" panose="020B0600000101010101" pitchFamily="50" charset="-127"/>
                <a:cs typeface="Times New Roman" panose="02020603050405020304" pitchFamily="18" charset="0"/>
              </a:rPr>
              <a:t>m_info_to_MCS</a:t>
            </a:r>
            <a:endParaRPr lang="en-US" altLang="ko-KR" sz="800" i="1" dirty="0">
              <a:latin typeface="Times New Roman" panose="02020603050405020304" pitchFamily="18" charset="0"/>
              <a:ea typeface="나눔스퀘어" panose="020B0600000101010101" pitchFamily="50" charset="-127"/>
              <a:cs typeface="Times New Roman" panose="02020603050405020304" pitchFamily="18" charset="0"/>
            </a:endParaRP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C8FB2B98-F4DB-4798-8919-E1F159403293}"/>
              </a:ext>
            </a:extLst>
          </p:cNvPr>
          <p:cNvSpPr txBox="1"/>
          <p:nvPr/>
        </p:nvSpPr>
        <p:spPr>
          <a:xfrm>
            <a:off x="6711172" y="3305426"/>
            <a:ext cx="1268534" cy="21544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ko-KR" sz="800" dirty="0" err="1">
                <a:latin typeface="Times New Roman" panose="02020603050405020304" pitchFamily="18" charset="0"/>
                <a:ea typeface="나눔스퀘어" panose="020B0600000101010101" pitchFamily="50" charset="-127"/>
                <a:cs typeface="Times New Roman" panose="02020603050405020304" pitchFamily="18" charset="0"/>
              </a:rPr>
              <a:t>m_req_from_MCS</a:t>
            </a:r>
            <a:endParaRPr lang="en-US" altLang="ko-KR" sz="800" i="1" dirty="0">
              <a:latin typeface="Times New Roman" panose="02020603050405020304" pitchFamily="18" charset="0"/>
              <a:ea typeface="나눔스퀘어" panose="020B0600000101010101" pitchFamily="50" charset="-127"/>
              <a:cs typeface="Times New Roman" panose="02020603050405020304" pitchFamily="18" charset="0"/>
            </a:endParaRP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BFF65229-23A3-4BC1-BAE8-6C17A3EC8C71}"/>
              </a:ext>
            </a:extLst>
          </p:cNvPr>
          <p:cNvSpPr txBox="1"/>
          <p:nvPr/>
        </p:nvSpPr>
        <p:spPr>
          <a:xfrm>
            <a:off x="6706736" y="3597607"/>
            <a:ext cx="1268534" cy="21544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ko-KR" sz="800" dirty="0" err="1">
                <a:latin typeface="Times New Roman" panose="02020603050405020304" pitchFamily="18" charset="0"/>
                <a:ea typeface="나눔스퀘어" panose="020B0600000101010101" pitchFamily="50" charset="-127"/>
                <a:cs typeface="Times New Roman" panose="02020603050405020304" pitchFamily="18" charset="0"/>
              </a:rPr>
              <a:t>m_info_to_MCS</a:t>
            </a:r>
            <a:endParaRPr lang="en-US" altLang="ko-KR" sz="800" i="1" dirty="0">
              <a:latin typeface="Times New Roman" panose="02020603050405020304" pitchFamily="18" charset="0"/>
              <a:ea typeface="나눔스퀘어" panose="020B0600000101010101" pitchFamily="50" charset="-127"/>
              <a:cs typeface="Times New Roman" panose="02020603050405020304" pitchFamily="18" charset="0"/>
            </a:endParaRPr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7062C76D-4010-4B5E-A223-29EF2D9C259C}"/>
              </a:ext>
            </a:extLst>
          </p:cNvPr>
          <p:cNvSpPr txBox="1"/>
          <p:nvPr/>
        </p:nvSpPr>
        <p:spPr>
          <a:xfrm>
            <a:off x="2608642" y="6036016"/>
            <a:ext cx="1268534" cy="21544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dirty="0" err="1">
                <a:latin typeface="Times New Roman" panose="02020603050405020304" pitchFamily="18" charset="0"/>
                <a:ea typeface="나눔스퀘어" panose="020B0600000101010101" pitchFamily="50" charset="-127"/>
                <a:cs typeface="Times New Roman" panose="02020603050405020304" pitchFamily="18" charset="0"/>
              </a:rPr>
              <a:t>amr_req_to_tm</a:t>
            </a:r>
            <a:endParaRPr lang="en-US" altLang="ko-KR" sz="800" i="1" dirty="0">
              <a:latin typeface="Times New Roman" panose="02020603050405020304" pitchFamily="18" charset="0"/>
              <a:ea typeface="나눔스퀘어" panose="020B0600000101010101" pitchFamily="50" charset="-127"/>
              <a:cs typeface="Times New Roman" panose="02020603050405020304" pitchFamily="18" charset="0"/>
            </a:endParaRPr>
          </a:p>
        </p:txBody>
      </p:sp>
      <p:sp>
        <p:nvSpPr>
          <p:cNvPr id="119" name="자유형: 도형 118">
            <a:extLst>
              <a:ext uri="{FF2B5EF4-FFF2-40B4-BE49-F238E27FC236}">
                <a16:creationId xmlns:a16="http://schemas.microsoft.com/office/drawing/2014/main" id="{B6AFCF0B-C3FF-4385-83D1-D26B4AA44F3A}"/>
              </a:ext>
            </a:extLst>
          </p:cNvPr>
          <p:cNvSpPr/>
          <p:nvPr/>
        </p:nvSpPr>
        <p:spPr>
          <a:xfrm>
            <a:off x="3317631" y="5834185"/>
            <a:ext cx="4345354" cy="566615"/>
          </a:xfrm>
          <a:custGeom>
            <a:avLst/>
            <a:gdLst>
              <a:gd name="connsiteX0" fmla="*/ 0 w 4345354"/>
              <a:gd name="connsiteY0" fmla="*/ 418123 h 566615"/>
              <a:gd name="connsiteX1" fmla="*/ 0 w 4345354"/>
              <a:gd name="connsiteY1" fmla="*/ 566615 h 566615"/>
              <a:gd name="connsiteX2" fmla="*/ 4345354 w 4345354"/>
              <a:gd name="connsiteY2" fmla="*/ 566615 h 566615"/>
              <a:gd name="connsiteX3" fmla="*/ 4345354 w 4345354"/>
              <a:gd name="connsiteY3" fmla="*/ 0 h 5666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345354" h="566615">
                <a:moveTo>
                  <a:pt x="0" y="418123"/>
                </a:moveTo>
                <a:lnTo>
                  <a:pt x="0" y="566615"/>
                </a:lnTo>
                <a:lnTo>
                  <a:pt x="4345354" y="566615"/>
                </a:lnTo>
                <a:lnTo>
                  <a:pt x="4345354" y="0"/>
                </a:lnTo>
              </a:path>
            </a:pathLst>
          </a:custGeom>
          <a:noFill/>
          <a:ln w="9525">
            <a:solidFill>
              <a:srgbClr val="FF0000"/>
            </a:solidFill>
            <a:tailEnd type="triangle"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9" name="TextBox 128">
            <a:extLst>
              <a:ext uri="{FF2B5EF4-FFF2-40B4-BE49-F238E27FC236}">
                <a16:creationId xmlns:a16="http://schemas.microsoft.com/office/drawing/2014/main" id="{D71AFECE-142A-4820-B1F3-A452DAD26D77}"/>
              </a:ext>
            </a:extLst>
          </p:cNvPr>
          <p:cNvSpPr txBox="1"/>
          <p:nvPr/>
        </p:nvSpPr>
        <p:spPr>
          <a:xfrm>
            <a:off x="3428447" y="6213417"/>
            <a:ext cx="1268534" cy="21544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dirty="0" err="1">
                <a:latin typeface="Times New Roman" panose="02020603050405020304" pitchFamily="18" charset="0"/>
                <a:ea typeface="나눔스퀘어" panose="020B0600000101010101" pitchFamily="50" charset="-127"/>
                <a:cs typeface="Times New Roman" panose="02020603050405020304" pitchFamily="18" charset="0"/>
              </a:rPr>
              <a:t>amr_req_to_tm</a:t>
            </a:r>
            <a:endParaRPr lang="en-US" altLang="ko-KR" sz="800" i="1" dirty="0">
              <a:latin typeface="Times New Roman" panose="02020603050405020304" pitchFamily="18" charset="0"/>
              <a:ea typeface="나눔스퀘어" panose="020B0600000101010101" pitchFamily="50" charset="-127"/>
              <a:cs typeface="Times New Roman" panose="02020603050405020304" pitchFamily="18" charset="0"/>
            </a:endParaRPr>
          </a:p>
        </p:txBody>
      </p:sp>
      <p:sp>
        <p:nvSpPr>
          <p:cNvPr id="130" name="TextBox 129">
            <a:extLst>
              <a:ext uri="{FF2B5EF4-FFF2-40B4-BE49-F238E27FC236}">
                <a16:creationId xmlns:a16="http://schemas.microsoft.com/office/drawing/2014/main" id="{006410C5-B849-413A-832B-329D4FD99DFF}"/>
              </a:ext>
            </a:extLst>
          </p:cNvPr>
          <p:cNvSpPr txBox="1"/>
          <p:nvPr/>
        </p:nvSpPr>
        <p:spPr>
          <a:xfrm>
            <a:off x="5784263" y="6188070"/>
            <a:ext cx="1268534" cy="21544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dirty="0" err="1">
                <a:latin typeface="Times New Roman" panose="02020603050405020304" pitchFamily="18" charset="0"/>
                <a:ea typeface="나눔스퀘어" panose="020B0600000101010101" pitchFamily="50" charset="-127"/>
                <a:cs typeface="Times New Roman" panose="02020603050405020304" pitchFamily="18" charset="0"/>
              </a:rPr>
              <a:t>amr_req_to_tm</a:t>
            </a:r>
            <a:endParaRPr lang="en-US" altLang="ko-KR" sz="800" i="1" dirty="0">
              <a:latin typeface="Times New Roman" panose="02020603050405020304" pitchFamily="18" charset="0"/>
              <a:ea typeface="나눔스퀘어" panose="020B0600000101010101" pitchFamily="50" charset="-127"/>
              <a:cs typeface="Times New Roman" panose="02020603050405020304" pitchFamily="18" charset="0"/>
            </a:endParaRPr>
          </a:p>
        </p:txBody>
      </p:sp>
      <p:sp>
        <p:nvSpPr>
          <p:cNvPr id="131" name="TextBox 130">
            <a:extLst>
              <a:ext uri="{FF2B5EF4-FFF2-40B4-BE49-F238E27FC236}">
                <a16:creationId xmlns:a16="http://schemas.microsoft.com/office/drawing/2014/main" id="{314CC8F2-9D2D-471F-A4BA-4D4D5371BC13}"/>
              </a:ext>
            </a:extLst>
          </p:cNvPr>
          <p:cNvSpPr txBox="1"/>
          <p:nvPr/>
        </p:nvSpPr>
        <p:spPr>
          <a:xfrm>
            <a:off x="6956156" y="5629757"/>
            <a:ext cx="1268534" cy="21544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dirty="0" err="1">
                <a:latin typeface="Times New Roman" panose="02020603050405020304" pitchFamily="18" charset="0"/>
                <a:ea typeface="나눔스퀘어" panose="020B0600000101010101" pitchFamily="50" charset="-127"/>
                <a:cs typeface="Times New Roman" panose="02020603050405020304" pitchFamily="18" charset="0"/>
              </a:rPr>
              <a:t>amr_req_from_ACS</a:t>
            </a:r>
            <a:endParaRPr lang="en-US" altLang="ko-KR" sz="800" i="1" dirty="0">
              <a:latin typeface="Times New Roman" panose="02020603050405020304" pitchFamily="18" charset="0"/>
              <a:ea typeface="나눔스퀘어" panose="020B0600000101010101" pitchFamily="50" charset="-127"/>
              <a:cs typeface="Times New Roman" panose="02020603050405020304" pitchFamily="18" charset="0"/>
            </a:endParaRPr>
          </a:p>
        </p:txBody>
      </p:sp>
      <p:sp>
        <p:nvSpPr>
          <p:cNvPr id="121" name="자유형: 도형 120">
            <a:extLst>
              <a:ext uri="{FF2B5EF4-FFF2-40B4-BE49-F238E27FC236}">
                <a16:creationId xmlns:a16="http://schemas.microsoft.com/office/drawing/2014/main" id="{10E23E31-C014-4B4D-A4F8-824C7CF25014}"/>
              </a:ext>
            </a:extLst>
          </p:cNvPr>
          <p:cNvSpPr/>
          <p:nvPr/>
        </p:nvSpPr>
        <p:spPr>
          <a:xfrm>
            <a:off x="2020277" y="5826369"/>
            <a:ext cx="7237046" cy="781539"/>
          </a:xfrm>
          <a:custGeom>
            <a:avLst/>
            <a:gdLst>
              <a:gd name="connsiteX0" fmla="*/ 7237046 w 7237046"/>
              <a:gd name="connsiteY0" fmla="*/ 0 h 781539"/>
              <a:gd name="connsiteX1" fmla="*/ 7237046 w 7237046"/>
              <a:gd name="connsiteY1" fmla="*/ 781539 h 781539"/>
              <a:gd name="connsiteX2" fmla="*/ 3908 w 7237046"/>
              <a:gd name="connsiteY2" fmla="*/ 781539 h 781539"/>
              <a:gd name="connsiteX3" fmla="*/ 0 w 7237046"/>
              <a:gd name="connsiteY3" fmla="*/ 418123 h 7815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237046" h="781539">
                <a:moveTo>
                  <a:pt x="7237046" y="0"/>
                </a:moveTo>
                <a:lnTo>
                  <a:pt x="7237046" y="781539"/>
                </a:lnTo>
                <a:lnTo>
                  <a:pt x="3908" y="781539"/>
                </a:lnTo>
                <a:cubicBezTo>
                  <a:pt x="2605" y="660400"/>
                  <a:pt x="1303" y="539262"/>
                  <a:pt x="0" y="418123"/>
                </a:cubicBezTo>
              </a:path>
            </a:pathLst>
          </a:custGeom>
          <a:noFill/>
          <a:ln w="9525">
            <a:solidFill>
              <a:srgbClr val="FF0000"/>
            </a:solidFill>
            <a:headEnd type="none"/>
            <a:tailEnd type="triangle"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4" name="TextBox 133">
            <a:extLst>
              <a:ext uri="{FF2B5EF4-FFF2-40B4-BE49-F238E27FC236}">
                <a16:creationId xmlns:a16="http://schemas.microsoft.com/office/drawing/2014/main" id="{AC252600-F42F-40B5-9572-6E1ACEA4C527}"/>
              </a:ext>
            </a:extLst>
          </p:cNvPr>
          <p:cNvSpPr txBox="1"/>
          <p:nvPr/>
        </p:nvSpPr>
        <p:spPr>
          <a:xfrm>
            <a:off x="8582326" y="5627128"/>
            <a:ext cx="1268534" cy="21544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dirty="0" err="1">
                <a:latin typeface="Times New Roman" panose="02020603050405020304" pitchFamily="18" charset="0"/>
                <a:ea typeface="나눔스퀘어" panose="020B0600000101010101" pitchFamily="50" charset="-127"/>
                <a:cs typeface="Times New Roman" panose="02020603050405020304" pitchFamily="18" charset="0"/>
              </a:rPr>
              <a:t>amr_info_to_ACS</a:t>
            </a:r>
            <a:endParaRPr lang="en-US" altLang="ko-KR" sz="800" i="1" dirty="0">
              <a:latin typeface="Times New Roman" panose="02020603050405020304" pitchFamily="18" charset="0"/>
              <a:ea typeface="나눔스퀘어" panose="020B0600000101010101" pitchFamily="50" charset="-127"/>
              <a:cs typeface="Times New Roman" panose="02020603050405020304" pitchFamily="18" charset="0"/>
            </a:endParaRPr>
          </a:p>
        </p:txBody>
      </p:sp>
      <p:sp>
        <p:nvSpPr>
          <p:cNvPr id="135" name="TextBox 134">
            <a:extLst>
              <a:ext uri="{FF2B5EF4-FFF2-40B4-BE49-F238E27FC236}">
                <a16:creationId xmlns:a16="http://schemas.microsoft.com/office/drawing/2014/main" id="{914EC6AD-89E5-40B8-9AD3-92874A5E362A}"/>
              </a:ext>
            </a:extLst>
          </p:cNvPr>
          <p:cNvSpPr txBox="1"/>
          <p:nvPr/>
        </p:nvSpPr>
        <p:spPr>
          <a:xfrm>
            <a:off x="5737478" y="6403514"/>
            <a:ext cx="1268534" cy="21544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dirty="0" err="1">
                <a:latin typeface="Times New Roman" panose="02020603050405020304" pitchFamily="18" charset="0"/>
                <a:ea typeface="나눔스퀘어" panose="020B0600000101010101" pitchFamily="50" charset="-127"/>
                <a:cs typeface="Times New Roman" panose="02020603050405020304" pitchFamily="18" charset="0"/>
              </a:rPr>
              <a:t>amr_info_to_ACS</a:t>
            </a:r>
            <a:endParaRPr lang="en-US" altLang="ko-KR" sz="800" i="1" dirty="0">
              <a:latin typeface="Times New Roman" panose="02020603050405020304" pitchFamily="18" charset="0"/>
              <a:ea typeface="나눔스퀘어" panose="020B0600000101010101" pitchFamily="50" charset="-127"/>
              <a:cs typeface="Times New Roman" panose="02020603050405020304" pitchFamily="18" charset="0"/>
            </a:endParaRPr>
          </a:p>
        </p:txBody>
      </p:sp>
      <p:sp>
        <p:nvSpPr>
          <p:cNvPr id="136" name="TextBox 135">
            <a:extLst>
              <a:ext uri="{FF2B5EF4-FFF2-40B4-BE49-F238E27FC236}">
                <a16:creationId xmlns:a16="http://schemas.microsoft.com/office/drawing/2014/main" id="{045C9F00-8526-4F9A-B375-E55138E2FB11}"/>
              </a:ext>
            </a:extLst>
          </p:cNvPr>
          <p:cNvSpPr txBox="1"/>
          <p:nvPr/>
        </p:nvSpPr>
        <p:spPr>
          <a:xfrm>
            <a:off x="905372" y="6216749"/>
            <a:ext cx="1268534" cy="21544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dirty="0" err="1">
                <a:latin typeface="Times New Roman" panose="02020603050405020304" pitchFamily="18" charset="0"/>
                <a:ea typeface="나눔스퀘어" panose="020B0600000101010101" pitchFamily="50" charset="-127"/>
                <a:cs typeface="Times New Roman" panose="02020603050405020304" pitchFamily="18" charset="0"/>
              </a:rPr>
              <a:t>amr_info_to_ACS</a:t>
            </a:r>
            <a:endParaRPr lang="en-US" altLang="ko-KR" sz="800" i="1" dirty="0">
              <a:latin typeface="Times New Roman" panose="02020603050405020304" pitchFamily="18" charset="0"/>
              <a:ea typeface="나눔스퀘어" panose="020B0600000101010101" pitchFamily="50" charset="-127"/>
              <a:cs typeface="Times New Roman" panose="02020603050405020304" pitchFamily="18" charset="0"/>
            </a:endParaRPr>
          </a:p>
        </p:txBody>
      </p:sp>
      <p:sp>
        <p:nvSpPr>
          <p:cNvPr id="137" name="TextBox 136">
            <a:extLst>
              <a:ext uri="{FF2B5EF4-FFF2-40B4-BE49-F238E27FC236}">
                <a16:creationId xmlns:a16="http://schemas.microsoft.com/office/drawing/2014/main" id="{E4EEF8EC-1DF9-4BDA-AB0A-7E8CE0338F1C}"/>
              </a:ext>
            </a:extLst>
          </p:cNvPr>
          <p:cNvSpPr txBox="1"/>
          <p:nvPr/>
        </p:nvSpPr>
        <p:spPr>
          <a:xfrm>
            <a:off x="1438603" y="6048309"/>
            <a:ext cx="1268534" cy="21544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dirty="0" err="1">
                <a:latin typeface="Times New Roman" panose="02020603050405020304" pitchFamily="18" charset="0"/>
                <a:ea typeface="나눔스퀘어" panose="020B0600000101010101" pitchFamily="50" charset="-127"/>
                <a:cs typeface="Times New Roman" panose="02020603050405020304" pitchFamily="18" charset="0"/>
              </a:rPr>
              <a:t>amr_info_from_tm</a:t>
            </a:r>
            <a:endParaRPr lang="en-US" altLang="ko-KR" sz="800" i="1" dirty="0">
              <a:latin typeface="Times New Roman" panose="02020603050405020304" pitchFamily="18" charset="0"/>
              <a:ea typeface="나눔스퀘어" panose="020B0600000101010101" pitchFamily="50" charset="-127"/>
              <a:cs typeface="Times New Roman" panose="02020603050405020304" pitchFamily="18" charset="0"/>
            </a:endParaRPr>
          </a:p>
        </p:txBody>
      </p:sp>
      <p:sp>
        <p:nvSpPr>
          <p:cNvPr id="143" name="직사각형 142">
            <a:extLst>
              <a:ext uri="{FF2B5EF4-FFF2-40B4-BE49-F238E27FC236}">
                <a16:creationId xmlns:a16="http://schemas.microsoft.com/office/drawing/2014/main" id="{9594261E-95B5-4EF2-A233-1E54CA834D6C}"/>
              </a:ext>
            </a:extLst>
          </p:cNvPr>
          <p:cNvSpPr/>
          <p:nvPr/>
        </p:nvSpPr>
        <p:spPr>
          <a:xfrm rot="10800000">
            <a:off x="4387111" y="4844447"/>
            <a:ext cx="45719" cy="13169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48" name="TextBox 147">
            <a:extLst>
              <a:ext uri="{FF2B5EF4-FFF2-40B4-BE49-F238E27FC236}">
                <a16:creationId xmlns:a16="http://schemas.microsoft.com/office/drawing/2014/main" id="{1F122573-C567-4556-85FE-8C22A216F4F4}"/>
              </a:ext>
            </a:extLst>
          </p:cNvPr>
          <p:cNvSpPr txBox="1"/>
          <p:nvPr/>
        </p:nvSpPr>
        <p:spPr>
          <a:xfrm>
            <a:off x="9629720" y="1657548"/>
            <a:ext cx="1223373" cy="21544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ko-KR" sz="800" dirty="0" err="1">
                <a:latin typeface="Times New Roman" panose="02020603050405020304" pitchFamily="18" charset="0"/>
                <a:ea typeface="나눔스퀘어" panose="020B0600000101010101" pitchFamily="50" charset="-127"/>
                <a:cs typeface="Times New Roman" panose="02020603050405020304" pitchFamily="18" charset="0"/>
              </a:rPr>
              <a:t>return_completed_to_tm</a:t>
            </a:r>
            <a:endParaRPr lang="en-US" altLang="ko-KR" sz="800" dirty="0">
              <a:latin typeface="Times New Roman" panose="02020603050405020304" pitchFamily="18" charset="0"/>
              <a:ea typeface="나눔스퀘어" panose="020B0600000101010101" pitchFamily="50" charset="-127"/>
              <a:cs typeface="Times New Roman" panose="02020603050405020304" pitchFamily="18" charset="0"/>
            </a:endParaRPr>
          </a:p>
        </p:txBody>
      </p:sp>
      <p:sp>
        <p:nvSpPr>
          <p:cNvPr id="150" name="TextBox 149">
            <a:extLst>
              <a:ext uri="{FF2B5EF4-FFF2-40B4-BE49-F238E27FC236}">
                <a16:creationId xmlns:a16="http://schemas.microsoft.com/office/drawing/2014/main" id="{0D55093C-9893-416D-B420-A46188088334}"/>
              </a:ext>
            </a:extLst>
          </p:cNvPr>
          <p:cNvSpPr txBox="1"/>
          <p:nvPr/>
        </p:nvSpPr>
        <p:spPr>
          <a:xfrm>
            <a:off x="9319921" y="1835652"/>
            <a:ext cx="1425829" cy="21544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dirty="0" err="1">
                <a:latin typeface="Times New Roman" panose="02020603050405020304" pitchFamily="18" charset="0"/>
                <a:ea typeface="나눔스퀘어" panose="020B0600000101010101" pitchFamily="50" charset="-127"/>
                <a:cs typeface="Times New Roman" panose="02020603050405020304" pitchFamily="18" charset="0"/>
              </a:rPr>
              <a:t>cmd_completed_to_mm</a:t>
            </a:r>
            <a:endParaRPr lang="en-US" altLang="ko-KR" sz="800" dirty="0">
              <a:latin typeface="Times New Roman" panose="02020603050405020304" pitchFamily="18" charset="0"/>
              <a:ea typeface="나눔스퀘어" panose="020B0600000101010101" pitchFamily="50" charset="-127"/>
              <a:cs typeface="Times New Roman" panose="02020603050405020304" pitchFamily="18" charset="0"/>
            </a:endParaRPr>
          </a:p>
        </p:txBody>
      </p:sp>
      <p:sp>
        <p:nvSpPr>
          <p:cNvPr id="154" name="TextBox 153">
            <a:extLst>
              <a:ext uri="{FF2B5EF4-FFF2-40B4-BE49-F238E27FC236}">
                <a16:creationId xmlns:a16="http://schemas.microsoft.com/office/drawing/2014/main" id="{2E413E70-6CF9-474A-B294-C12B65D4B4BD}"/>
              </a:ext>
            </a:extLst>
          </p:cNvPr>
          <p:cNvSpPr txBox="1"/>
          <p:nvPr/>
        </p:nvSpPr>
        <p:spPr>
          <a:xfrm>
            <a:off x="5915133" y="4692360"/>
            <a:ext cx="1513076" cy="21544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ko-KR" sz="800" dirty="0" err="1">
                <a:latin typeface="Times New Roman" panose="02020603050405020304" pitchFamily="18" charset="0"/>
                <a:ea typeface="나눔스퀘어" panose="020B0600000101010101" pitchFamily="50" charset="-127"/>
                <a:cs typeface="Times New Roman" panose="02020603050405020304" pitchFamily="18" charset="0"/>
              </a:rPr>
              <a:t>item_depot_update_to_MCS</a:t>
            </a:r>
            <a:endParaRPr lang="en-US" altLang="ko-KR" sz="800" i="1" dirty="0">
              <a:latin typeface="Times New Roman" panose="02020603050405020304" pitchFamily="18" charset="0"/>
              <a:ea typeface="나눔스퀘어" panose="020B0600000101010101" pitchFamily="50" charset="-127"/>
              <a:cs typeface="Times New Roman" panose="02020603050405020304" pitchFamily="18" charset="0"/>
            </a:endParaRPr>
          </a:p>
        </p:txBody>
      </p:sp>
      <p:sp>
        <p:nvSpPr>
          <p:cNvPr id="155" name="TextBox 154">
            <a:extLst>
              <a:ext uri="{FF2B5EF4-FFF2-40B4-BE49-F238E27FC236}">
                <a16:creationId xmlns:a16="http://schemas.microsoft.com/office/drawing/2014/main" id="{1723E565-494A-4751-B32A-9B7590D6ECD3}"/>
              </a:ext>
            </a:extLst>
          </p:cNvPr>
          <p:cNvSpPr txBox="1"/>
          <p:nvPr/>
        </p:nvSpPr>
        <p:spPr>
          <a:xfrm>
            <a:off x="3725712" y="4733418"/>
            <a:ext cx="1045578" cy="33855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ko-KR" sz="800" dirty="0" err="1">
                <a:latin typeface="Times New Roman" panose="02020603050405020304" pitchFamily="18" charset="0"/>
                <a:ea typeface="나눔스퀘어" panose="020B0600000101010101" pitchFamily="50" charset="-127"/>
                <a:cs typeface="Times New Roman" panose="02020603050405020304" pitchFamily="18" charset="0"/>
              </a:rPr>
              <a:t>item_depot</a:t>
            </a:r>
            <a:r>
              <a:rPr lang="en-US" altLang="ko-KR" sz="800" dirty="0">
                <a:latin typeface="Times New Roman" panose="02020603050405020304" pitchFamily="18" charset="0"/>
                <a:ea typeface="나눔스퀘어" panose="020B0600000101010101" pitchFamily="50" charset="-127"/>
                <a:cs typeface="Times New Roman" panose="02020603050405020304" pitchFamily="18" charset="0"/>
              </a:rPr>
              <a:t>_</a:t>
            </a:r>
          </a:p>
          <a:p>
            <a:r>
              <a:rPr lang="en-US" altLang="ko-KR" sz="800" dirty="0" err="1">
                <a:latin typeface="Times New Roman" panose="02020603050405020304" pitchFamily="18" charset="0"/>
                <a:ea typeface="나눔스퀘어" panose="020B0600000101010101" pitchFamily="50" charset="-127"/>
                <a:cs typeface="Times New Roman" panose="02020603050405020304" pitchFamily="18" charset="0"/>
              </a:rPr>
              <a:t>update_to_MCS</a:t>
            </a:r>
            <a:endParaRPr lang="en-US" altLang="ko-KR" sz="800" i="1" dirty="0">
              <a:latin typeface="Times New Roman" panose="02020603050405020304" pitchFamily="18" charset="0"/>
              <a:ea typeface="나눔스퀘어" panose="020B0600000101010101" pitchFamily="50" charset="-127"/>
              <a:cs typeface="Times New Roman" panose="02020603050405020304" pitchFamily="18" charset="0"/>
            </a:endParaRPr>
          </a:p>
        </p:txBody>
      </p:sp>
      <p:sp>
        <p:nvSpPr>
          <p:cNvPr id="157" name="TextBox 156">
            <a:extLst>
              <a:ext uri="{FF2B5EF4-FFF2-40B4-BE49-F238E27FC236}">
                <a16:creationId xmlns:a16="http://schemas.microsoft.com/office/drawing/2014/main" id="{0D0DBB66-A661-482A-B700-FFE88218EFF9}"/>
              </a:ext>
            </a:extLst>
          </p:cNvPr>
          <p:cNvSpPr txBox="1"/>
          <p:nvPr/>
        </p:nvSpPr>
        <p:spPr>
          <a:xfrm>
            <a:off x="2229116" y="4778083"/>
            <a:ext cx="1513076" cy="21544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r"/>
            <a:r>
              <a:rPr lang="en-US" altLang="ko-KR" sz="800" dirty="0" err="1">
                <a:latin typeface="Times New Roman" panose="02020603050405020304" pitchFamily="18" charset="0"/>
                <a:ea typeface="나눔스퀘어" panose="020B0600000101010101" pitchFamily="50" charset="-127"/>
                <a:cs typeface="Times New Roman" panose="02020603050405020304" pitchFamily="18" charset="0"/>
              </a:rPr>
              <a:t>item_depot_update_from_wk</a:t>
            </a:r>
            <a:endParaRPr lang="en-US" altLang="ko-KR" sz="800" i="1" dirty="0">
              <a:latin typeface="Times New Roman" panose="02020603050405020304" pitchFamily="18" charset="0"/>
              <a:ea typeface="나눔스퀘어" panose="020B0600000101010101" pitchFamily="50" charset="-127"/>
              <a:cs typeface="Times New Roman" panose="02020603050405020304" pitchFamily="18" charset="0"/>
            </a:endParaRPr>
          </a:p>
        </p:txBody>
      </p:sp>
      <p:sp>
        <p:nvSpPr>
          <p:cNvPr id="158" name="TextBox 157">
            <a:extLst>
              <a:ext uri="{FF2B5EF4-FFF2-40B4-BE49-F238E27FC236}">
                <a16:creationId xmlns:a16="http://schemas.microsoft.com/office/drawing/2014/main" id="{3018D3AB-F2E4-468F-946D-11AF2EE455C0}"/>
              </a:ext>
            </a:extLst>
          </p:cNvPr>
          <p:cNvSpPr txBox="1"/>
          <p:nvPr/>
        </p:nvSpPr>
        <p:spPr>
          <a:xfrm>
            <a:off x="6545183" y="1571294"/>
            <a:ext cx="1536027" cy="21544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dirty="0" err="1">
                <a:latin typeface="Times New Roman" panose="02020603050405020304" pitchFamily="18" charset="0"/>
                <a:ea typeface="나눔스퀘어" panose="020B0600000101010101" pitchFamily="50" charset="-127"/>
                <a:cs typeface="Times New Roman" panose="02020603050405020304" pitchFamily="18" charset="0"/>
              </a:rPr>
              <a:t>physical_result_to_analyzer</a:t>
            </a:r>
            <a:endParaRPr lang="en-US" altLang="ko-KR" sz="800" i="1" dirty="0">
              <a:latin typeface="Times New Roman" panose="02020603050405020304" pitchFamily="18" charset="0"/>
              <a:ea typeface="나눔스퀘어" panose="020B0600000101010101" pitchFamily="50" charset="-127"/>
              <a:cs typeface="Times New Roman" panose="02020603050405020304" pitchFamily="18" charset="0"/>
            </a:endParaRPr>
          </a:p>
        </p:txBody>
      </p:sp>
      <p:sp>
        <p:nvSpPr>
          <p:cNvPr id="159" name="TextBox 158">
            <a:extLst>
              <a:ext uri="{FF2B5EF4-FFF2-40B4-BE49-F238E27FC236}">
                <a16:creationId xmlns:a16="http://schemas.microsoft.com/office/drawing/2014/main" id="{8A007D8C-A595-4E5D-8D48-0559031BBD6A}"/>
              </a:ext>
            </a:extLst>
          </p:cNvPr>
          <p:cNvSpPr txBox="1"/>
          <p:nvPr/>
        </p:nvSpPr>
        <p:spPr>
          <a:xfrm>
            <a:off x="3322712" y="1485359"/>
            <a:ext cx="1536027" cy="21544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dirty="0" err="1">
                <a:latin typeface="Times New Roman" panose="02020603050405020304" pitchFamily="18" charset="0"/>
                <a:ea typeface="나눔스퀘어" panose="020B0600000101010101" pitchFamily="50" charset="-127"/>
                <a:cs typeface="Times New Roman" panose="02020603050405020304" pitchFamily="18" charset="0"/>
              </a:rPr>
              <a:t>physical_result_to_analyzer</a:t>
            </a:r>
            <a:endParaRPr lang="en-US" altLang="ko-KR" sz="800" i="1" dirty="0">
              <a:latin typeface="Times New Roman" panose="02020603050405020304" pitchFamily="18" charset="0"/>
              <a:ea typeface="나눔스퀘어" panose="020B0600000101010101" pitchFamily="50" charset="-127"/>
              <a:cs typeface="Times New Roman" panose="02020603050405020304" pitchFamily="18" charset="0"/>
            </a:endParaRPr>
          </a:p>
        </p:txBody>
      </p:sp>
      <p:sp>
        <p:nvSpPr>
          <p:cNvPr id="160" name="TextBox 159">
            <a:extLst>
              <a:ext uri="{FF2B5EF4-FFF2-40B4-BE49-F238E27FC236}">
                <a16:creationId xmlns:a16="http://schemas.microsoft.com/office/drawing/2014/main" id="{51A442AB-0E2F-4DDC-8B0B-B6658C39D75A}"/>
              </a:ext>
            </a:extLst>
          </p:cNvPr>
          <p:cNvSpPr txBox="1"/>
          <p:nvPr/>
        </p:nvSpPr>
        <p:spPr>
          <a:xfrm>
            <a:off x="1921383" y="1607782"/>
            <a:ext cx="1536027" cy="21544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r"/>
            <a:r>
              <a:rPr lang="en-US" altLang="ko-KR" sz="800" dirty="0" err="1">
                <a:latin typeface="Times New Roman" panose="02020603050405020304" pitchFamily="18" charset="0"/>
                <a:ea typeface="나눔스퀘어" panose="020B0600000101010101" pitchFamily="50" charset="-127"/>
                <a:cs typeface="Times New Roman" panose="02020603050405020304" pitchFamily="18" charset="0"/>
              </a:rPr>
              <a:t>physical_result_from_amr</a:t>
            </a:r>
            <a:endParaRPr lang="en-US" altLang="ko-KR" sz="800" i="1" dirty="0">
              <a:latin typeface="Times New Roman" panose="02020603050405020304" pitchFamily="18" charset="0"/>
              <a:ea typeface="나눔스퀘어" panose="020B0600000101010101" pitchFamily="50" charset="-127"/>
              <a:cs typeface="Times New Roman" panose="02020603050405020304" pitchFamily="18" charset="0"/>
            </a:endParaRPr>
          </a:p>
        </p:txBody>
      </p:sp>
      <p:sp>
        <p:nvSpPr>
          <p:cNvPr id="162" name="TextBox 161">
            <a:extLst>
              <a:ext uri="{FF2B5EF4-FFF2-40B4-BE49-F238E27FC236}">
                <a16:creationId xmlns:a16="http://schemas.microsoft.com/office/drawing/2014/main" id="{81B90970-E3EA-4A3E-BCB0-E46ADD4F1CFC}"/>
              </a:ext>
            </a:extLst>
          </p:cNvPr>
          <p:cNvSpPr txBox="1"/>
          <p:nvPr/>
        </p:nvSpPr>
        <p:spPr>
          <a:xfrm>
            <a:off x="5311429" y="1499417"/>
            <a:ext cx="1536027" cy="21544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dirty="0" err="1">
                <a:latin typeface="Times New Roman" panose="02020603050405020304" pitchFamily="18" charset="0"/>
                <a:ea typeface="나눔스퀘어" panose="020B0600000101010101" pitchFamily="50" charset="-127"/>
                <a:cs typeface="Times New Roman" panose="02020603050405020304" pitchFamily="18" charset="0"/>
              </a:rPr>
              <a:t>physical_result_to_analyzer</a:t>
            </a:r>
            <a:endParaRPr lang="en-US" altLang="ko-KR" sz="800" i="1" dirty="0">
              <a:latin typeface="Times New Roman" panose="02020603050405020304" pitchFamily="18" charset="0"/>
              <a:ea typeface="나눔스퀘어" panose="020B0600000101010101" pitchFamily="50" charset="-127"/>
              <a:cs typeface="Times New Roman" panose="02020603050405020304" pitchFamily="18" charset="0"/>
            </a:endParaRPr>
          </a:p>
        </p:txBody>
      </p:sp>
      <p:sp>
        <p:nvSpPr>
          <p:cNvPr id="170" name="직사각형 169">
            <a:extLst>
              <a:ext uri="{FF2B5EF4-FFF2-40B4-BE49-F238E27FC236}">
                <a16:creationId xmlns:a16="http://schemas.microsoft.com/office/drawing/2014/main" id="{F5C13770-9D11-4DAB-9BCA-40EA5454B8D8}"/>
              </a:ext>
            </a:extLst>
          </p:cNvPr>
          <p:cNvSpPr/>
          <p:nvPr/>
        </p:nvSpPr>
        <p:spPr>
          <a:xfrm rot="10800000">
            <a:off x="4527915" y="4613158"/>
            <a:ext cx="45719" cy="13169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71" name="직사각형 170">
            <a:extLst>
              <a:ext uri="{FF2B5EF4-FFF2-40B4-BE49-F238E27FC236}">
                <a16:creationId xmlns:a16="http://schemas.microsoft.com/office/drawing/2014/main" id="{7BF12A90-D512-4BFA-8C34-ABFBA0F2CECA}"/>
              </a:ext>
            </a:extLst>
          </p:cNvPr>
          <p:cNvSpPr/>
          <p:nvPr/>
        </p:nvSpPr>
        <p:spPr>
          <a:xfrm rot="10800000">
            <a:off x="4505056" y="4850576"/>
            <a:ext cx="45719" cy="13169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73" name="TextBox 172">
            <a:extLst>
              <a:ext uri="{FF2B5EF4-FFF2-40B4-BE49-F238E27FC236}">
                <a16:creationId xmlns:a16="http://schemas.microsoft.com/office/drawing/2014/main" id="{EED49CEB-F922-4E30-9B4F-25323C00A30E}"/>
              </a:ext>
            </a:extLst>
          </p:cNvPr>
          <p:cNvSpPr txBox="1"/>
          <p:nvPr/>
        </p:nvSpPr>
        <p:spPr>
          <a:xfrm>
            <a:off x="1488990" y="5827622"/>
            <a:ext cx="1533267" cy="21544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ko-KR" sz="800" dirty="0" err="1">
                <a:latin typeface="Times New Roman" panose="02020603050405020304" pitchFamily="18" charset="0"/>
                <a:ea typeface="나눔스퀘어" panose="020B0600000101010101" pitchFamily="50" charset="-127"/>
                <a:cs typeface="Times New Roman" panose="02020603050405020304" pitchFamily="18" charset="0"/>
              </a:rPr>
              <a:t>operation_result_to_analyzer</a:t>
            </a:r>
            <a:endParaRPr lang="en-US" altLang="ko-KR" sz="800" i="1" dirty="0">
              <a:latin typeface="Times New Roman" panose="02020603050405020304" pitchFamily="18" charset="0"/>
              <a:ea typeface="나눔스퀘어" panose="020B0600000101010101" pitchFamily="50" charset="-127"/>
              <a:cs typeface="Times New Roman" panose="02020603050405020304" pitchFamily="18" charset="0"/>
            </a:endParaRPr>
          </a:p>
        </p:txBody>
      </p:sp>
      <p:sp>
        <p:nvSpPr>
          <p:cNvPr id="174" name="TextBox 173">
            <a:extLst>
              <a:ext uri="{FF2B5EF4-FFF2-40B4-BE49-F238E27FC236}">
                <a16:creationId xmlns:a16="http://schemas.microsoft.com/office/drawing/2014/main" id="{E735EBF3-8C83-4091-A022-C9B3EFC7CD8C}"/>
              </a:ext>
            </a:extLst>
          </p:cNvPr>
          <p:cNvSpPr txBox="1"/>
          <p:nvPr/>
        </p:nvSpPr>
        <p:spPr>
          <a:xfrm>
            <a:off x="724143" y="5633677"/>
            <a:ext cx="947076" cy="33855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ko-KR" sz="800" dirty="0" err="1">
                <a:latin typeface="Times New Roman" panose="02020603050405020304" pitchFamily="18" charset="0"/>
                <a:ea typeface="나눔스퀘어" panose="020B0600000101010101" pitchFamily="50" charset="-127"/>
                <a:cs typeface="Times New Roman" panose="02020603050405020304" pitchFamily="18" charset="0"/>
              </a:rPr>
              <a:t>operation_result</a:t>
            </a:r>
            <a:r>
              <a:rPr lang="en-US" altLang="ko-KR" sz="800" dirty="0">
                <a:latin typeface="Times New Roman" panose="02020603050405020304" pitchFamily="18" charset="0"/>
                <a:ea typeface="나눔스퀘어" panose="020B0600000101010101" pitchFamily="50" charset="-127"/>
                <a:cs typeface="Times New Roman" panose="02020603050405020304" pitchFamily="18" charset="0"/>
              </a:rPr>
              <a:t>_</a:t>
            </a:r>
          </a:p>
          <a:p>
            <a:r>
              <a:rPr lang="en-US" altLang="ko-KR" sz="800" dirty="0" err="1">
                <a:latin typeface="Times New Roman" panose="02020603050405020304" pitchFamily="18" charset="0"/>
                <a:ea typeface="나눔스퀘어" panose="020B0600000101010101" pitchFamily="50" charset="-127"/>
                <a:cs typeface="Times New Roman" panose="02020603050405020304" pitchFamily="18" charset="0"/>
              </a:rPr>
              <a:t>to_analyzer</a:t>
            </a:r>
            <a:endParaRPr lang="en-US" altLang="ko-KR" sz="800" i="1" dirty="0">
              <a:latin typeface="Times New Roman" panose="02020603050405020304" pitchFamily="18" charset="0"/>
              <a:ea typeface="나눔스퀘어" panose="020B0600000101010101" pitchFamily="50" charset="-127"/>
              <a:cs typeface="Times New Roman" panose="02020603050405020304" pitchFamily="18" charset="0"/>
            </a:endParaRPr>
          </a:p>
        </p:txBody>
      </p:sp>
      <p:sp>
        <p:nvSpPr>
          <p:cNvPr id="175" name="TextBox 174">
            <a:extLst>
              <a:ext uri="{FF2B5EF4-FFF2-40B4-BE49-F238E27FC236}">
                <a16:creationId xmlns:a16="http://schemas.microsoft.com/office/drawing/2014/main" id="{5B05CBEA-8F93-4D1E-8993-FDEFF7373577}"/>
              </a:ext>
            </a:extLst>
          </p:cNvPr>
          <p:cNvSpPr txBox="1"/>
          <p:nvPr/>
        </p:nvSpPr>
        <p:spPr>
          <a:xfrm>
            <a:off x="691063" y="1540524"/>
            <a:ext cx="933574" cy="33855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ko-KR" sz="800" dirty="0" err="1">
                <a:latin typeface="Times New Roman" panose="02020603050405020304" pitchFamily="18" charset="0"/>
                <a:ea typeface="나눔스퀘어" panose="020B0600000101010101" pitchFamily="50" charset="-127"/>
                <a:cs typeface="Times New Roman" panose="02020603050405020304" pitchFamily="18" charset="0"/>
              </a:rPr>
              <a:t>operation_result</a:t>
            </a:r>
            <a:r>
              <a:rPr lang="en-US" altLang="ko-KR" sz="800" dirty="0">
                <a:latin typeface="Times New Roman" panose="02020603050405020304" pitchFamily="18" charset="0"/>
                <a:ea typeface="나눔스퀘어" panose="020B0600000101010101" pitchFamily="50" charset="-127"/>
                <a:cs typeface="Times New Roman" panose="02020603050405020304" pitchFamily="18" charset="0"/>
              </a:rPr>
              <a:t>_</a:t>
            </a:r>
          </a:p>
          <a:p>
            <a:r>
              <a:rPr lang="en-US" altLang="ko-KR" sz="800" dirty="0" err="1">
                <a:latin typeface="Times New Roman" panose="02020603050405020304" pitchFamily="18" charset="0"/>
                <a:ea typeface="나눔스퀘어" panose="020B0600000101010101" pitchFamily="50" charset="-127"/>
                <a:cs typeface="Times New Roman" panose="02020603050405020304" pitchFamily="18" charset="0"/>
              </a:rPr>
              <a:t>to_analyzer</a:t>
            </a:r>
            <a:endParaRPr lang="en-US" altLang="ko-KR" sz="800" i="1" dirty="0">
              <a:latin typeface="Times New Roman" panose="02020603050405020304" pitchFamily="18" charset="0"/>
              <a:ea typeface="나눔스퀘어" panose="020B0600000101010101" pitchFamily="50" charset="-127"/>
              <a:cs typeface="Times New Roman" panose="02020603050405020304" pitchFamily="18" charset="0"/>
            </a:endParaRPr>
          </a:p>
        </p:txBody>
      </p:sp>
      <p:sp>
        <p:nvSpPr>
          <p:cNvPr id="176" name="TextBox 175">
            <a:extLst>
              <a:ext uri="{FF2B5EF4-FFF2-40B4-BE49-F238E27FC236}">
                <a16:creationId xmlns:a16="http://schemas.microsoft.com/office/drawing/2014/main" id="{30F9B0D2-BA40-4C8A-BC67-3B1E34F0A308}"/>
              </a:ext>
            </a:extLst>
          </p:cNvPr>
          <p:cNvSpPr txBox="1"/>
          <p:nvPr/>
        </p:nvSpPr>
        <p:spPr>
          <a:xfrm>
            <a:off x="1517185" y="1749708"/>
            <a:ext cx="1533267" cy="21544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ko-KR" sz="800" dirty="0" err="1">
                <a:latin typeface="Times New Roman" panose="02020603050405020304" pitchFamily="18" charset="0"/>
                <a:ea typeface="나눔스퀘어" panose="020B0600000101010101" pitchFamily="50" charset="-127"/>
                <a:cs typeface="Times New Roman" panose="02020603050405020304" pitchFamily="18" charset="0"/>
              </a:rPr>
              <a:t>operation_result_from_ACS</a:t>
            </a:r>
            <a:endParaRPr lang="en-US" altLang="ko-KR" sz="800" i="1" dirty="0">
              <a:latin typeface="Times New Roman" panose="02020603050405020304" pitchFamily="18" charset="0"/>
              <a:ea typeface="나눔스퀘어" panose="020B0600000101010101" pitchFamily="50" charset="-127"/>
              <a:cs typeface="Times New Roman" panose="02020603050405020304" pitchFamily="18" charset="0"/>
            </a:endParaRPr>
          </a:p>
        </p:txBody>
      </p:sp>
      <p:sp>
        <p:nvSpPr>
          <p:cNvPr id="184" name="TextBox 183">
            <a:extLst>
              <a:ext uri="{FF2B5EF4-FFF2-40B4-BE49-F238E27FC236}">
                <a16:creationId xmlns:a16="http://schemas.microsoft.com/office/drawing/2014/main" id="{0769713F-D1A0-4F48-8723-F0B9063B124F}"/>
              </a:ext>
            </a:extLst>
          </p:cNvPr>
          <p:cNvSpPr txBox="1"/>
          <p:nvPr/>
        </p:nvSpPr>
        <p:spPr>
          <a:xfrm>
            <a:off x="8032832" y="2603706"/>
            <a:ext cx="1425829" cy="21544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dirty="0" err="1">
                <a:latin typeface="Times New Roman" panose="02020603050405020304" pitchFamily="18" charset="0"/>
                <a:ea typeface="나눔스퀘어" panose="020B0600000101010101" pitchFamily="50" charset="-127"/>
                <a:cs typeface="Times New Roman" panose="02020603050405020304" pitchFamily="18" charset="0"/>
              </a:rPr>
              <a:t>work_info_to_analyzer</a:t>
            </a:r>
            <a:endParaRPr lang="en-US" altLang="ko-KR" sz="800" dirty="0">
              <a:latin typeface="Times New Roman" panose="02020603050405020304" pitchFamily="18" charset="0"/>
              <a:ea typeface="나눔스퀘어" panose="020B0600000101010101" pitchFamily="50" charset="-127"/>
              <a:cs typeface="Times New Roman" panose="02020603050405020304" pitchFamily="18" charset="0"/>
            </a:endParaRPr>
          </a:p>
        </p:txBody>
      </p:sp>
      <p:sp>
        <p:nvSpPr>
          <p:cNvPr id="186" name="TextBox 185">
            <a:extLst>
              <a:ext uri="{FF2B5EF4-FFF2-40B4-BE49-F238E27FC236}">
                <a16:creationId xmlns:a16="http://schemas.microsoft.com/office/drawing/2014/main" id="{F4981BAE-77CA-47FA-A467-4359F0775151}"/>
              </a:ext>
            </a:extLst>
          </p:cNvPr>
          <p:cNvSpPr txBox="1"/>
          <p:nvPr/>
        </p:nvSpPr>
        <p:spPr>
          <a:xfrm>
            <a:off x="8653190" y="2767666"/>
            <a:ext cx="1425829" cy="21544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dirty="0" err="1">
                <a:latin typeface="Times New Roman" panose="02020603050405020304" pitchFamily="18" charset="0"/>
                <a:ea typeface="나눔스퀘어" panose="020B0600000101010101" pitchFamily="50" charset="-127"/>
                <a:cs typeface="Times New Roman" panose="02020603050405020304" pitchFamily="18" charset="0"/>
              </a:rPr>
              <a:t>work_info_to_analyzer</a:t>
            </a:r>
            <a:endParaRPr lang="en-US" altLang="ko-KR" sz="800" dirty="0">
              <a:latin typeface="Times New Roman" panose="02020603050405020304" pitchFamily="18" charset="0"/>
              <a:ea typeface="나눔스퀘어" panose="020B0600000101010101" pitchFamily="50" charset="-127"/>
              <a:cs typeface="Times New Roman" panose="02020603050405020304" pitchFamily="18" charset="0"/>
            </a:endParaRPr>
          </a:p>
        </p:txBody>
      </p:sp>
      <p:sp>
        <p:nvSpPr>
          <p:cNvPr id="188" name="TextBox 187">
            <a:extLst>
              <a:ext uri="{FF2B5EF4-FFF2-40B4-BE49-F238E27FC236}">
                <a16:creationId xmlns:a16="http://schemas.microsoft.com/office/drawing/2014/main" id="{B76079D3-5352-4215-B767-6823CAD28FDD}"/>
              </a:ext>
            </a:extLst>
          </p:cNvPr>
          <p:cNvSpPr txBox="1"/>
          <p:nvPr/>
        </p:nvSpPr>
        <p:spPr>
          <a:xfrm>
            <a:off x="3562761" y="2326863"/>
            <a:ext cx="1158717" cy="21544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dirty="0" err="1">
                <a:latin typeface="Times New Roman" panose="02020603050405020304" pitchFamily="18" charset="0"/>
                <a:ea typeface="나눔스퀘어" panose="020B0600000101010101" pitchFamily="50" charset="-127"/>
                <a:cs typeface="Times New Roman" panose="02020603050405020304" pitchFamily="18" charset="0"/>
              </a:rPr>
              <a:t>work_info_to_analyzer</a:t>
            </a:r>
            <a:endParaRPr lang="en-US" altLang="ko-KR" sz="800" dirty="0">
              <a:latin typeface="Times New Roman" panose="02020603050405020304" pitchFamily="18" charset="0"/>
              <a:ea typeface="나눔스퀘어" panose="020B0600000101010101" pitchFamily="50" charset="-127"/>
              <a:cs typeface="Times New Roman" panose="02020603050405020304" pitchFamily="18" charset="0"/>
            </a:endParaRPr>
          </a:p>
        </p:txBody>
      </p:sp>
      <p:sp>
        <p:nvSpPr>
          <p:cNvPr id="199" name="TextBox 198">
            <a:extLst>
              <a:ext uri="{FF2B5EF4-FFF2-40B4-BE49-F238E27FC236}">
                <a16:creationId xmlns:a16="http://schemas.microsoft.com/office/drawing/2014/main" id="{32C33A58-0523-40C6-B9DA-248D7F8AC41F}"/>
              </a:ext>
            </a:extLst>
          </p:cNvPr>
          <p:cNvSpPr txBox="1"/>
          <p:nvPr/>
        </p:nvSpPr>
        <p:spPr>
          <a:xfrm>
            <a:off x="1906335" y="2068225"/>
            <a:ext cx="1425829" cy="21544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dirty="0" err="1">
                <a:latin typeface="Times New Roman" panose="02020603050405020304" pitchFamily="18" charset="0"/>
                <a:ea typeface="나눔스퀘어" panose="020B0600000101010101" pitchFamily="50" charset="-127"/>
                <a:cs typeface="Times New Roman" panose="02020603050405020304" pitchFamily="18" charset="0"/>
              </a:rPr>
              <a:t>work_info_from_mm</a:t>
            </a:r>
            <a:endParaRPr lang="en-US" altLang="ko-KR" sz="800" dirty="0">
              <a:latin typeface="Times New Roman" panose="02020603050405020304" pitchFamily="18" charset="0"/>
              <a:ea typeface="나눔스퀘어" panose="020B0600000101010101" pitchFamily="50" charset="-127"/>
              <a:cs typeface="Times New Roman" panose="02020603050405020304" pitchFamily="18" charset="0"/>
            </a:endParaRPr>
          </a:p>
        </p:txBody>
      </p:sp>
      <p:sp>
        <p:nvSpPr>
          <p:cNvPr id="182" name="자유형: 도형 181">
            <a:extLst>
              <a:ext uri="{FF2B5EF4-FFF2-40B4-BE49-F238E27FC236}">
                <a16:creationId xmlns:a16="http://schemas.microsoft.com/office/drawing/2014/main" id="{7C74E905-81D1-453C-A9F5-93D52CABAFD8}"/>
              </a:ext>
            </a:extLst>
          </p:cNvPr>
          <p:cNvSpPr/>
          <p:nvPr/>
        </p:nvSpPr>
        <p:spPr>
          <a:xfrm>
            <a:off x="2661057" y="2285326"/>
            <a:ext cx="6700581" cy="522680"/>
          </a:xfrm>
          <a:custGeom>
            <a:avLst/>
            <a:gdLst>
              <a:gd name="connsiteX0" fmla="*/ 6700520 w 6700520"/>
              <a:gd name="connsiteY0" fmla="*/ 894080 h 894080"/>
              <a:gd name="connsiteX1" fmla="*/ 6700520 w 6700520"/>
              <a:gd name="connsiteY1" fmla="*/ 457200 h 894080"/>
              <a:gd name="connsiteX2" fmla="*/ 995680 w 6700520"/>
              <a:gd name="connsiteY2" fmla="*/ 457200 h 894080"/>
              <a:gd name="connsiteX3" fmla="*/ 995680 w 6700520"/>
              <a:gd name="connsiteY3" fmla="*/ 116840 h 894080"/>
              <a:gd name="connsiteX4" fmla="*/ 0 w 6700520"/>
              <a:gd name="connsiteY4" fmla="*/ 116840 h 894080"/>
              <a:gd name="connsiteX5" fmla="*/ 0 w 6700520"/>
              <a:gd name="connsiteY5" fmla="*/ 0 h 8940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700520" h="894080">
                <a:moveTo>
                  <a:pt x="6700520" y="894080"/>
                </a:moveTo>
                <a:lnTo>
                  <a:pt x="6700520" y="457200"/>
                </a:lnTo>
                <a:lnTo>
                  <a:pt x="995680" y="457200"/>
                </a:lnTo>
                <a:lnTo>
                  <a:pt x="995680" y="116840"/>
                </a:lnTo>
                <a:lnTo>
                  <a:pt x="0" y="116840"/>
                </a:lnTo>
                <a:lnTo>
                  <a:pt x="0" y="0"/>
                </a:lnTo>
              </a:path>
            </a:pathLst>
          </a:custGeom>
          <a:noFill/>
          <a:ln w="9525">
            <a:solidFill>
              <a:srgbClr val="FF0000"/>
            </a:solidFill>
            <a:tailEnd type="triangle"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0" name="Google Shape;225;p4">
            <a:extLst>
              <a:ext uri="{FF2B5EF4-FFF2-40B4-BE49-F238E27FC236}">
                <a16:creationId xmlns:a16="http://schemas.microsoft.com/office/drawing/2014/main" id="{747B82B4-EDDB-60AE-DB95-9F89384AB89D}"/>
              </a:ext>
            </a:extLst>
          </p:cNvPr>
          <p:cNvSpPr/>
          <p:nvPr/>
        </p:nvSpPr>
        <p:spPr>
          <a:xfrm>
            <a:off x="1551151" y="2485457"/>
            <a:ext cx="1012883" cy="618569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0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Supply Order </a:t>
            </a:r>
          </a:p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0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Generator</a:t>
            </a:r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34968F81-2266-19CF-11F4-F1D555D8703C}"/>
              </a:ext>
            </a:extLst>
          </p:cNvPr>
          <p:cNvSpPr/>
          <p:nvPr/>
        </p:nvSpPr>
        <p:spPr>
          <a:xfrm rot="5629163">
            <a:off x="4521157" y="2466318"/>
            <a:ext cx="45719" cy="13169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cxnSp>
        <p:nvCxnSpPr>
          <p:cNvPr id="42" name="연결선: 구부러짐 41">
            <a:extLst>
              <a:ext uri="{FF2B5EF4-FFF2-40B4-BE49-F238E27FC236}">
                <a16:creationId xmlns:a16="http://schemas.microsoft.com/office/drawing/2014/main" id="{C1083E4F-63C3-BFB6-C91F-BD496B102741}"/>
              </a:ext>
            </a:extLst>
          </p:cNvPr>
          <p:cNvCxnSpPr>
            <a:cxnSpLocks/>
          </p:cNvCxnSpPr>
          <p:nvPr/>
        </p:nvCxnSpPr>
        <p:spPr>
          <a:xfrm rot="5663149" flipH="1" flipV="1">
            <a:off x="4545852" y="2468232"/>
            <a:ext cx="2926" cy="148653"/>
          </a:xfrm>
          <a:prstGeom prst="curvedConnector3">
            <a:avLst>
              <a:gd name="adj1" fmla="val 2342413"/>
            </a:avLst>
          </a:prstGeom>
          <a:ln w="127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5" name="자유형: 도형 144">
            <a:extLst>
              <a:ext uri="{FF2B5EF4-FFF2-40B4-BE49-F238E27FC236}">
                <a16:creationId xmlns:a16="http://schemas.microsoft.com/office/drawing/2014/main" id="{D53FE030-F4CF-46C9-941C-F97BA2B88439}"/>
              </a:ext>
            </a:extLst>
          </p:cNvPr>
          <p:cNvSpPr/>
          <p:nvPr/>
        </p:nvSpPr>
        <p:spPr>
          <a:xfrm>
            <a:off x="3733800" y="1909233"/>
            <a:ext cx="2954867" cy="4008967"/>
          </a:xfrm>
          <a:custGeom>
            <a:avLst/>
            <a:gdLst>
              <a:gd name="connsiteX0" fmla="*/ 0 w 2954867"/>
              <a:gd name="connsiteY0" fmla="*/ 4008967 h 4008967"/>
              <a:gd name="connsiteX1" fmla="*/ 808567 w 2954867"/>
              <a:gd name="connsiteY1" fmla="*/ 4008967 h 4008967"/>
              <a:gd name="connsiteX2" fmla="*/ 808567 w 2954867"/>
              <a:gd name="connsiteY2" fmla="*/ 0 h 4008967"/>
              <a:gd name="connsiteX3" fmla="*/ 2954867 w 2954867"/>
              <a:gd name="connsiteY3" fmla="*/ 0 h 4008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54867" h="4008967">
                <a:moveTo>
                  <a:pt x="0" y="4008967"/>
                </a:moveTo>
                <a:lnTo>
                  <a:pt x="808567" y="4008967"/>
                </a:lnTo>
                <a:lnTo>
                  <a:pt x="808567" y="0"/>
                </a:lnTo>
                <a:lnTo>
                  <a:pt x="2954867" y="0"/>
                </a:lnTo>
              </a:path>
            </a:pathLst>
          </a:custGeom>
          <a:noFill/>
          <a:ln w="9525">
            <a:solidFill>
              <a:srgbClr val="FF0000"/>
            </a:solidFill>
            <a:headEnd type="none"/>
            <a:tailEnd type="triangle"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9" name="직사각형 168">
            <a:extLst>
              <a:ext uri="{FF2B5EF4-FFF2-40B4-BE49-F238E27FC236}">
                <a16:creationId xmlns:a16="http://schemas.microsoft.com/office/drawing/2014/main" id="{D5CC10F9-E776-4C95-894C-CF219F25F778}"/>
              </a:ext>
            </a:extLst>
          </p:cNvPr>
          <p:cNvSpPr/>
          <p:nvPr/>
        </p:nvSpPr>
        <p:spPr>
          <a:xfrm rot="10800000">
            <a:off x="4522096" y="4329603"/>
            <a:ext cx="45719" cy="13169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00" name="직사각형 199">
            <a:extLst>
              <a:ext uri="{FF2B5EF4-FFF2-40B4-BE49-F238E27FC236}">
                <a16:creationId xmlns:a16="http://schemas.microsoft.com/office/drawing/2014/main" id="{30E192E1-71F6-41B6-A920-0B09B71540B0}"/>
              </a:ext>
            </a:extLst>
          </p:cNvPr>
          <p:cNvSpPr/>
          <p:nvPr/>
        </p:nvSpPr>
        <p:spPr>
          <a:xfrm rot="10800000">
            <a:off x="4517044" y="4850804"/>
            <a:ext cx="45719" cy="13169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01" name="직사각형 200">
            <a:extLst>
              <a:ext uri="{FF2B5EF4-FFF2-40B4-BE49-F238E27FC236}">
                <a16:creationId xmlns:a16="http://schemas.microsoft.com/office/drawing/2014/main" id="{E95D7B11-170C-4F08-AFC3-3D694734F1C3}"/>
              </a:ext>
            </a:extLst>
          </p:cNvPr>
          <p:cNvSpPr/>
          <p:nvPr/>
        </p:nvSpPr>
        <p:spPr>
          <a:xfrm rot="10800000">
            <a:off x="4515575" y="4619589"/>
            <a:ext cx="45719" cy="13169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grpSp>
        <p:nvGrpSpPr>
          <p:cNvPr id="194" name="그룹 193">
            <a:extLst>
              <a:ext uri="{FF2B5EF4-FFF2-40B4-BE49-F238E27FC236}">
                <a16:creationId xmlns:a16="http://schemas.microsoft.com/office/drawing/2014/main" id="{5F2662A6-139F-46C9-84EB-55F802509F76}"/>
              </a:ext>
            </a:extLst>
          </p:cNvPr>
          <p:cNvGrpSpPr/>
          <p:nvPr/>
        </p:nvGrpSpPr>
        <p:grpSpPr>
          <a:xfrm rot="5632724">
            <a:off x="4466601" y="4382680"/>
            <a:ext cx="161030" cy="14749"/>
            <a:chOff x="2285426" y="3288559"/>
            <a:chExt cx="161030" cy="14749"/>
          </a:xfrm>
        </p:grpSpPr>
        <p:sp>
          <p:nvSpPr>
            <p:cNvPr id="195" name="타원 194">
              <a:extLst>
                <a:ext uri="{FF2B5EF4-FFF2-40B4-BE49-F238E27FC236}">
                  <a16:creationId xmlns:a16="http://schemas.microsoft.com/office/drawing/2014/main" id="{4DF81708-76C5-470D-B770-8EADBCC2DA14}"/>
                </a:ext>
              </a:extLst>
            </p:cNvPr>
            <p:cNvSpPr/>
            <p:nvPr/>
          </p:nvSpPr>
          <p:spPr>
            <a:xfrm>
              <a:off x="2285426" y="3290146"/>
              <a:ext cx="9144" cy="9144"/>
            </a:xfrm>
            <a:prstGeom prst="ellipse">
              <a:avLst/>
            </a:prstGeom>
            <a:solidFill>
              <a:srgbClr val="ED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endParaRPr>
            </a:p>
          </p:txBody>
        </p:sp>
        <p:sp>
          <p:nvSpPr>
            <p:cNvPr id="196" name="타원 195">
              <a:extLst>
                <a:ext uri="{FF2B5EF4-FFF2-40B4-BE49-F238E27FC236}">
                  <a16:creationId xmlns:a16="http://schemas.microsoft.com/office/drawing/2014/main" id="{5AF6EB0C-0A0C-4F21-A821-4D18A9586ADD}"/>
                </a:ext>
              </a:extLst>
            </p:cNvPr>
            <p:cNvSpPr/>
            <p:nvPr/>
          </p:nvSpPr>
          <p:spPr>
            <a:xfrm>
              <a:off x="2437312" y="3288559"/>
              <a:ext cx="9144" cy="9144"/>
            </a:xfrm>
            <a:prstGeom prst="ellipse">
              <a:avLst/>
            </a:prstGeom>
            <a:solidFill>
              <a:srgbClr val="ED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endParaRPr>
            </a:p>
          </p:txBody>
        </p:sp>
        <p:cxnSp>
          <p:nvCxnSpPr>
            <p:cNvPr id="197" name="연결선: 구부러짐 196">
              <a:extLst>
                <a:ext uri="{FF2B5EF4-FFF2-40B4-BE49-F238E27FC236}">
                  <a16:creationId xmlns:a16="http://schemas.microsoft.com/office/drawing/2014/main" id="{CBD0A321-EE28-4249-8A21-1A0953FD3821}"/>
                </a:ext>
              </a:extLst>
            </p:cNvPr>
            <p:cNvCxnSpPr>
              <a:cxnSpLocks/>
            </p:cNvCxnSpPr>
            <p:nvPr/>
          </p:nvCxnSpPr>
          <p:spPr>
            <a:xfrm rot="5400000" flipH="1" flipV="1">
              <a:off x="2370255" y="3227518"/>
              <a:ext cx="2926" cy="148653"/>
            </a:xfrm>
            <a:prstGeom prst="curvedConnector3">
              <a:avLst>
                <a:gd name="adj1" fmla="val 2342413"/>
              </a:avLst>
            </a:prstGeom>
            <a:ln w="12700">
              <a:solidFill>
                <a:srgbClr val="FF0000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1" name="그룹 30">
            <a:extLst>
              <a:ext uri="{FF2B5EF4-FFF2-40B4-BE49-F238E27FC236}">
                <a16:creationId xmlns:a16="http://schemas.microsoft.com/office/drawing/2014/main" id="{369462AE-2D02-88E7-9135-2793F1BB0B3A}"/>
              </a:ext>
            </a:extLst>
          </p:cNvPr>
          <p:cNvGrpSpPr/>
          <p:nvPr/>
        </p:nvGrpSpPr>
        <p:grpSpPr>
          <a:xfrm rot="5632724">
            <a:off x="4470434" y="4667946"/>
            <a:ext cx="161030" cy="14749"/>
            <a:chOff x="2285426" y="3288559"/>
            <a:chExt cx="161030" cy="14749"/>
          </a:xfrm>
        </p:grpSpPr>
        <p:sp>
          <p:nvSpPr>
            <p:cNvPr id="32" name="타원 31">
              <a:extLst>
                <a:ext uri="{FF2B5EF4-FFF2-40B4-BE49-F238E27FC236}">
                  <a16:creationId xmlns:a16="http://schemas.microsoft.com/office/drawing/2014/main" id="{F13708CF-4F32-03A5-A03A-AC0ACBBBC3EF}"/>
                </a:ext>
              </a:extLst>
            </p:cNvPr>
            <p:cNvSpPr/>
            <p:nvPr/>
          </p:nvSpPr>
          <p:spPr>
            <a:xfrm>
              <a:off x="2285426" y="3290146"/>
              <a:ext cx="9144" cy="9144"/>
            </a:xfrm>
            <a:prstGeom prst="ellipse">
              <a:avLst/>
            </a:prstGeom>
            <a:solidFill>
              <a:srgbClr val="ED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endParaRPr>
            </a:p>
          </p:txBody>
        </p:sp>
        <p:sp>
          <p:nvSpPr>
            <p:cNvPr id="33" name="타원 32">
              <a:extLst>
                <a:ext uri="{FF2B5EF4-FFF2-40B4-BE49-F238E27FC236}">
                  <a16:creationId xmlns:a16="http://schemas.microsoft.com/office/drawing/2014/main" id="{BABFB914-1939-A3F9-7690-E9B77FD7FD1B}"/>
                </a:ext>
              </a:extLst>
            </p:cNvPr>
            <p:cNvSpPr/>
            <p:nvPr/>
          </p:nvSpPr>
          <p:spPr>
            <a:xfrm>
              <a:off x="2437312" y="3288559"/>
              <a:ext cx="9144" cy="9144"/>
            </a:xfrm>
            <a:prstGeom prst="ellipse">
              <a:avLst/>
            </a:prstGeom>
            <a:solidFill>
              <a:srgbClr val="ED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endParaRPr>
            </a:p>
          </p:txBody>
        </p:sp>
        <p:cxnSp>
          <p:nvCxnSpPr>
            <p:cNvPr id="34" name="연결선: 구부러짐 33">
              <a:extLst>
                <a:ext uri="{FF2B5EF4-FFF2-40B4-BE49-F238E27FC236}">
                  <a16:creationId xmlns:a16="http://schemas.microsoft.com/office/drawing/2014/main" id="{84252CD7-6D33-7E56-F860-88427B6C543D}"/>
                </a:ext>
              </a:extLst>
            </p:cNvPr>
            <p:cNvCxnSpPr>
              <a:cxnSpLocks/>
            </p:cNvCxnSpPr>
            <p:nvPr/>
          </p:nvCxnSpPr>
          <p:spPr>
            <a:xfrm rot="5400000" flipH="1" flipV="1">
              <a:off x="2370255" y="3227518"/>
              <a:ext cx="2926" cy="148653"/>
            </a:xfrm>
            <a:prstGeom prst="curvedConnector3">
              <a:avLst>
                <a:gd name="adj1" fmla="val 2342413"/>
              </a:avLst>
            </a:prstGeom>
            <a:ln w="12700">
              <a:solidFill>
                <a:srgbClr val="FF0000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9" name="그룹 138">
            <a:extLst>
              <a:ext uri="{FF2B5EF4-FFF2-40B4-BE49-F238E27FC236}">
                <a16:creationId xmlns:a16="http://schemas.microsoft.com/office/drawing/2014/main" id="{ADE23AF8-6F6C-42FC-BEBA-8F28593AACCC}"/>
              </a:ext>
            </a:extLst>
          </p:cNvPr>
          <p:cNvGrpSpPr/>
          <p:nvPr/>
        </p:nvGrpSpPr>
        <p:grpSpPr>
          <a:xfrm rot="5632724">
            <a:off x="4470344" y="4899762"/>
            <a:ext cx="161030" cy="14749"/>
            <a:chOff x="2285426" y="3288559"/>
            <a:chExt cx="161030" cy="14749"/>
          </a:xfrm>
        </p:grpSpPr>
        <p:sp>
          <p:nvSpPr>
            <p:cNvPr id="140" name="타원 139">
              <a:extLst>
                <a:ext uri="{FF2B5EF4-FFF2-40B4-BE49-F238E27FC236}">
                  <a16:creationId xmlns:a16="http://schemas.microsoft.com/office/drawing/2014/main" id="{9907FCEF-C092-4AC9-AE32-A00721E877C6}"/>
                </a:ext>
              </a:extLst>
            </p:cNvPr>
            <p:cNvSpPr/>
            <p:nvPr/>
          </p:nvSpPr>
          <p:spPr>
            <a:xfrm>
              <a:off x="2285426" y="3290146"/>
              <a:ext cx="9144" cy="9144"/>
            </a:xfrm>
            <a:prstGeom prst="ellipse">
              <a:avLst/>
            </a:prstGeom>
            <a:solidFill>
              <a:srgbClr val="ED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endParaRPr>
            </a:p>
          </p:txBody>
        </p:sp>
        <p:sp>
          <p:nvSpPr>
            <p:cNvPr id="141" name="타원 140">
              <a:extLst>
                <a:ext uri="{FF2B5EF4-FFF2-40B4-BE49-F238E27FC236}">
                  <a16:creationId xmlns:a16="http://schemas.microsoft.com/office/drawing/2014/main" id="{3B1A4CD4-3268-4E42-AC19-7CA5DB0B4E3D}"/>
                </a:ext>
              </a:extLst>
            </p:cNvPr>
            <p:cNvSpPr/>
            <p:nvPr/>
          </p:nvSpPr>
          <p:spPr>
            <a:xfrm>
              <a:off x="2437312" y="3288559"/>
              <a:ext cx="9144" cy="9144"/>
            </a:xfrm>
            <a:prstGeom prst="ellipse">
              <a:avLst/>
            </a:prstGeom>
            <a:solidFill>
              <a:srgbClr val="ED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endParaRPr>
            </a:p>
          </p:txBody>
        </p:sp>
        <p:cxnSp>
          <p:nvCxnSpPr>
            <p:cNvPr id="142" name="연결선: 구부러짐 141">
              <a:extLst>
                <a:ext uri="{FF2B5EF4-FFF2-40B4-BE49-F238E27FC236}">
                  <a16:creationId xmlns:a16="http://schemas.microsoft.com/office/drawing/2014/main" id="{7A4BEA8C-E2FD-4A8F-B04B-17B179CCA185}"/>
                </a:ext>
              </a:extLst>
            </p:cNvPr>
            <p:cNvCxnSpPr>
              <a:cxnSpLocks/>
            </p:cNvCxnSpPr>
            <p:nvPr/>
          </p:nvCxnSpPr>
          <p:spPr>
            <a:xfrm rot="5400000" flipH="1" flipV="1">
              <a:off x="2370255" y="3227518"/>
              <a:ext cx="2926" cy="148653"/>
            </a:xfrm>
            <a:prstGeom prst="curvedConnector3">
              <a:avLst>
                <a:gd name="adj1" fmla="val 2342413"/>
              </a:avLst>
            </a:prstGeom>
            <a:ln w="12700">
              <a:solidFill>
                <a:srgbClr val="FF0000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84" name="연결선: 꺾임 83">
            <a:extLst>
              <a:ext uri="{FF2B5EF4-FFF2-40B4-BE49-F238E27FC236}">
                <a16:creationId xmlns:a16="http://schemas.microsoft.com/office/drawing/2014/main" id="{C14CBD81-EDA4-4D0E-AF08-002C9C2EE14F}"/>
              </a:ext>
            </a:extLst>
          </p:cNvPr>
          <p:cNvCxnSpPr>
            <a:cxnSpLocks/>
          </p:cNvCxnSpPr>
          <p:nvPr/>
        </p:nvCxnSpPr>
        <p:spPr>
          <a:xfrm rot="10800000" flipV="1">
            <a:off x="3739709" y="3427517"/>
            <a:ext cx="3001377" cy="972569"/>
          </a:xfrm>
          <a:prstGeom prst="bentConnector3">
            <a:avLst>
              <a:gd name="adj1" fmla="val 59450"/>
            </a:avLst>
          </a:prstGeom>
          <a:ln w="9525">
            <a:solidFill>
              <a:srgbClr val="FF0000"/>
            </a:solidFill>
            <a:headEnd type="triangle" w="sm" len="sm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연결선: 꺾임 111">
            <a:extLst>
              <a:ext uri="{FF2B5EF4-FFF2-40B4-BE49-F238E27FC236}">
                <a16:creationId xmlns:a16="http://schemas.microsoft.com/office/drawing/2014/main" id="{B8EB3D48-4A04-4772-AC83-D9A6DB82A7A5}"/>
              </a:ext>
            </a:extLst>
          </p:cNvPr>
          <p:cNvCxnSpPr>
            <a:cxnSpLocks/>
          </p:cNvCxnSpPr>
          <p:nvPr/>
        </p:nvCxnSpPr>
        <p:spPr>
          <a:xfrm flipV="1">
            <a:off x="3734017" y="3732478"/>
            <a:ext cx="2995157" cy="942737"/>
          </a:xfrm>
          <a:prstGeom prst="bentConnector3">
            <a:avLst>
              <a:gd name="adj1" fmla="val 49511"/>
            </a:avLst>
          </a:prstGeom>
          <a:ln w="9525">
            <a:solidFill>
              <a:srgbClr val="FF0000"/>
            </a:solidFill>
            <a:headEnd type="triangle" w="sm" len="sm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연결선: 꺾임 9">
            <a:extLst>
              <a:ext uri="{FF2B5EF4-FFF2-40B4-BE49-F238E27FC236}">
                <a16:creationId xmlns:a16="http://schemas.microsoft.com/office/drawing/2014/main" id="{1E66FC03-1B13-29C7-8CCC-7812251C07F5}"/>
              </a:ext>
            </a:extLst>
          </p:cNvPr>
          <p:cNvCxnSpPr>
            <a:cxnSpLocks/>
            <a:stCxn id="123" idx="2"/>
          </p:cNvCxnSpPr>
          <p:nvPr/>
        </p:nvCxnSpPr>
        <p:spPr>
          <a:xfrm rot="5400000">
            <a:off x="6761219" y="887867"/>
            <a:ext cx="998203" cy="7052720"/>
          </a:xfrm>
          <a:prstGeom prst="bentConnector2">
            <a:avLst/>
          </a:prstGeom>
          <a:ln w="9525">
            <a:solidFill>
              <a:srgbClr val="FF0000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6" name="자유형: 도형 205">
            <a:extLst>
              <a:ext uri="{FF2B5EF4-FFF2-40B4-BE49-F238E27FC236}">
                <a16:creationId xmlns:a16="http://schemas.microsoft.com/office/drawing/2014/main" id="{3062DC00-ACD2-4CEC-825C-9F53AEC547B5}"/>
              </a:ext>
            </a:extLst>
          </p:cNvPr>
          <p:cNvSpPr/>
          <p:nvPr/>
        </p:nvSpPr>
        <p:spPr>
          <a:xfrm>
            <a:off x="630101" y="1917485"/>
            <a:ext cx="927100" cy="4085167"/>
          </a:xfrm>
          <a:custGeom>
            <a:avLst/>
            <a:gdLst>
              <a:gd name="connsiteX0" fmla="*/ 927100 w 927100"/>
              <a:gd name="connsiteY0" fmla="*/ 4085167 h 4085167"/>
              <a:gd name="connsiteX1" fmla="*/ 0 w 927100"/>
              <a:gd name="connsiteY1" fmla="*/ 4085167 h 4085167"/>
              <a:gd name="connsiteX2" fmla="*/ 0 w 927100"/>
              <a:gd name="connsiteY2" fmla="*/ 0 h 4085167"/>
              <a:gd name="connsiteX3" fmla="*/ 910167 w 927100"/>
              <a:gd name="connsiteY3" fmla="*/ 0 h 4085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27100" h="4085167">
                <a:moveTo>
                  <a:pt x="927100" y="4085167"/>
                </a:moveTo>
                <a:lnTo>
                  <a:pt x="0" y="4085167"/>
                </a:lnTo>
                <a:lnTo>
                  <a:pt x="0" y="0"/>
                </a:lnTo>
                <a:lnTo>
                  <a:pt x="910167" y="0"/>
                </a:lnTo>
              </a:path>
            </a:pathLst>
          </a:custGeom>
          <a:noFill/>
          <a:ln w="9525">
            <a:solidFill>
              <a:srgbClr val="FF0000"/>
            </a:solidFill>
            <a:tailEnd type="triangle"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07" name="자유형: 도형 206">
            <a:extLst>
              <a:ext uri="{FF2B5EF4-FFF2-40B4-BE49-F238E27FC236}">
                <a16:creationId xmlns:a16="http://schemas.microsoft.com/office/drawing/2014/main" id="{C309418E-F68A-4649-BB0A-44DFF4DBAABF}"/>
              </a:ext>
            </a:extLst>
          </p:cNvPr>
          <p:cNvSpPr/>
          <p:nvPr/>
        </p:nvSpPr>
        <p:spPr>
          <a:xfrm>
            <a:off x="10939501" y="1794072"/>
            <a:ext cx="478366" cy="3608304"/>
          </a:xfrm>
          <a:custGeom>
            <a:avLst/>
            <a:gdLst>
              <a:gd name="connsiteX0" fmla="*/ 8466 w 478366"/>
              <a:gd name="connsiteY0" fmla="*/ 0 h 3831166"/>
              <a:gd name="connsiteX1" fmla="*/ 478366 w 478366"/>
              <a:gd name="connsiteY1" fmla="*/ 0 h 3831166"/>
              <a:gd name="connsiteX2" fmla="*/ 478366 w 478366"/>
              <a:gd name="connsiteY2" fmla="*/ 3831166 h 3831166"/>
              <a:gd name="connsiteX3" fmla="*/ 0 w 478366"/>
              <a:gd name="connsiteY3" fmla="*/ 3831166 h 38311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78366" h="3831166">
                <a:moveTo>
                  <a:pt x="8466" y="0"/>
                </a:moveTo>
                <a:lnTo>
                  <a:pt x="478366" y="0"/>
                </a:lnTo>
                <a:lnTo>
                  <a:pt x="478366" y="3831166"/>
                </a:lnTo>
                <a:lnTo>
                  <a:pt x="0" y="3831166"/>
                </a:lnTo>
              </a:path>
            </a:pathLst>
          </a:custGeom>
          <a:noFill/>
          <a:ln w="9525">
            <a:solidFill>
              <a:srgbClr val="FF0000"/>
            </a:solidFill>
            <a:tailEnd type="triangle"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" name="Google Shape;225;p4">
            <a:extLst>
              <a:ext uri="{FF2B5EF4-FFF2-40B4-BE49-F238E27FC236}">
                <a16:creationId xmlns:a16="http://schemas.microsoft.com/office/drawing/2014/main" id="{4AAC7FDD-8E52-E008-7763-9F9B9E1F469E}"/>
              </a:ext>
            </a:extLst>
          </p:cNvPr>
          <p:cNvSpPr/>
          <p:nvPr/>
        </p:nvSpPr>
        <p:spPr>
          <a:xfrm>
            <a:off x="2605328" y="2479999"/>
            <a:ext cx="1012883" cy="618569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0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Item</a:t>
            </a:r>
          </a:p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0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Generator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853F40C-CE2C-43BE-149F-F92618A0FE8B}"/>
              </a:ext>
            </a:extLst>
          </p:cNvPr>
          <p:cNvSpPr txBox="1"/>
          <p:nvPr/>
        </p:nvSpPr>
        <p:spPr>
          <a:xfrm>
            <a:off x="3497836" y="2858038"/>
            <a:ext cx="1142323" cy="21544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dirty="0" err="1">
                <a:latin typeface="Times New Roman" panose="02020603050405020304" pitchFamily="18" charset="0"/>
                <a:ea typeface="나눔스퀘어" panose="020B0600000101010101" pitchFamily="50" charset="-127"/>
                <a:cs typeface="Times New Roman" panose="02020603050405020304" pitchFamily="18" charset="0"/>
              </a:rPr>
              <a:t>item_update_to_mm</a:t>
            </a:r>
            <a:endParaRPr lang="en-US" altLang="ko-KR" sz="800" i="1" dirty="0">
              <a:latin typeface="Times New Roman" panose="02020603050405020304" pitchFamily="18" charset="0"/>
              <a:ea typeface="나눔스퀘어" panose="020B0600000101010101" pitchFamily="50" charset="-127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30293D3-FD09-5E6D-5905-1D4A9D1AEDDA}"/>
              </a:ext>
            </a:extLst>
          </p:cNvPr>
          <p:cNvSpPr txBox="1"/>
          <p:nvPr/>
        </p:nvSpPr>
        <p:spPr>
          <a:xfrm>
            <a:off x="5662424" y="2878574"/>
            <a:ext cx="1142323" cy="21544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dirty="0" err="1">
                <a:latin typeface="Times New Roman" panose="02020603050405020304" pitchFamily="18" charset="0"/>
                <a:ea typeface="나눔스퀘어" panose="020B0600000101010101" pitchFamily="50" charset="-127"/>
                <a:cs typeface="Times New Roman" panose="02020603050405020304" pitchFamily="18" charset="0"/>
              </a:rPr>
              <a:t>item_update_to_mm</a:t>
            </a:r>
            <a:endParaRPr lang="en-US" altLang="ko-KR" sz="800" i="1" dirty="0">
              <a:latin typeface="Times New Roman" panose="02020603050405020304" pitchFamily="18" charset="0"/>
              <a:ea typeface="나눔스퀘어" panose="020B0600000101010101" pitchFamily="50" charset="-127"/>
              <a:cs typeface="Times New Roman" panose="02020603050405020304" pitchFamily="18" charset="0"/>
            </a:endParaRPr>
          </a:p>
        </p:txBody>
      </p:sp>
      <p:cxnSp>
        <p:nvCxnSpPr>
          <p:cNvPr id="114" name="직선 화살표 연결선 113">
            <a:extLst>
              <a:ext uri="{FF2B5EF4-FFF2-40B4-BE49-F238E27FC236}">
                <a16:creationId xmlns:a16="http://schemas.microsoft.com/office/drawing/2014/main" id="{777BF9F4-AF51-46BD-A67C-B3884B74195F}"/>
              </a:ext>
            </a:extLst>
          </p:cNvPr>
          <p:cNvCxnSpPr>
            <a:cxnSpLocks/>
          </p:cNvCxnSpPr>
          <p:nvPr/>
        </p:nvCxnSpPr>
        <p:spPr>
          <a:xfrm>
            <a:off x="3624521" y="3069122"/>
            <a:ext cx="3091125" cy="2841"/>
          </a:xfrm>
          <a:prstGeom prst="straightConnector1">
            <a:avLst/>
          </a:prstGeom>
          <a:ln w="9525">
            <a:solidFill>
              <a:srgbClr val="FF0000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8" name="TextBox 117">
            <a:extLst>
              <a:ext uri="{FF2B5EF4-FFF2-40B4-BE49-F238E27FC236}">
                <a16:creationId xmlns:a16="http://schemas.microsoft.com/office/drawing/2014/main" id="{EB1A1011-C06F-4712-950F-35A5CE917D97}"/>
              </a:ext>
            </a:extLst>
          </p:cNvPr>
          <p:cNvSpPr txBox="1"/>
          <p:nvPr/>
        </p:nvSpPr>
        <p:spPr>
          <a:xfrm>
            <a:off x="6688148" y="2955047"/>
            <a:ext cx="1142323" cy="21544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dirty="0" err="1">
                <a:latin typeface="Times New Roman" panose="02020603050405020304" pitchFamily="18" charset="0"/>
                <a:ea typeface="나눔스퀘어" panose="020B0600000101010101" pitchFamily="50" charset="-127"/>
                <a:cs typeface="Times New Roman" panose="02020603050405020304" pitchFamily="18" charset="0"/>
              </a:rPr>
              <a:t>item_update_from_gen</a:t>
            </a:r>
            <a:endParaRPr lang="en-US" altLang="ko-KR" sz="800" i="1" dirty="0">
              <a:latin typeface="Times New Roman" panose="02020603050405020304" pitchFamily="18" charset="0"/>
              <a:ea typeface="나눔스퀘어" panose="020B0600000101010101" pitchFamily="50" charset="-127"/>
              <a:cs typeface="Times New Roman" panose="02020603050405020304" pitchFamily="18" charset="0"/>
            </a:endParaRPr>
          </a:p>
        </p:txBody>
      </p:sp>
      <p:sp>
        <p:nvSpPr>
          <p:cNvPr id="123" name="Google Shape;225;p4">
            <a:extLst>
              <a:ext uri="{FF2B5EF4-FFF2-40B4-BE49-F238E27FC236}">
                <a16:creationId xmlns:a16="http://schemas.microsoft.com/office/drawing/2014/main" id="{E9F1C982-84C3-4A34-9574-5DCEEF0D4330}"/>
              </a:ext>
            </a:extLst>
          </p:cNvPr>
          <p:cNvSpPr/>
          <p:nvPr/>
        </p:nvSpPr>
        <p:spPr>
          <a:xfrm>
            <a:off x="10247198" y="2535415"/>
            <a:ext cx="1078963" cy="1379711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Worker(</a:t>
            </a:r>
            <a:r>
              <a:rPr lang="ko-KR" altLang="en-US" sz="1000" dirty="0">
                <a:solidFill>
                  <a:schemeClr val="dk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Times New Roman"/>
                <a:sym typeface="Times New Roman"/>
              </a:rPr>
              <a:t>처리</a:t>
            </a:r>
            <a:r>
              <a:rPr lang="en-US" sz="10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 sz="1000" b="1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4" name="TextBox 123">
            <a:extLst>
              <a:ext uri="{FF2B5EF4-FFF2-40B4-BE49-F238E27FC236}">
                <a16:creationId xmlns:a16="http://schemas.microsoft.com/office/drawing/2014/main" id="{CC3F941C-7B78-4107-A07D-2294B2B4EDED}"/>
              </a:ext>
            </a:extLst>
          </p:cNvPr>
          <p:cNvSpPr txBox="1"/>
          <p:nvPr/>
        </p:nvSpPr>
        <p:spPr>
          <a:xfrm>
            <a:off x="10261800" y="3588897"/>
            <a:ext cx="1008325" cy="33855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dirty="0" err="1">
                <a:latin typeface="Times New Roman" panose="02020603050405020304" pitchFamily="18" charset="0"/>
                <a:ea typeface="나눔스퀘어" panose="020B0600000101010101" pitchFamily="50" charset="-127"/>
                <a:cs typeface="Times New Roman" panose="02020603050405020304" pitchFamily="18" charset="0"/>
              </a:rPr>
              <a:t>item_depot_update_to_MCS</a:t>
            </a:r>
            <a:endParaRPr lang="en-US" altLang="ko-KR" sz="800" i="1" dirty="0">
              <a:latin typeface="Times New Roman" panose="02020603050405020304" pitchFamily="18" charset="0"/>
              <a:ea typeface="나눔스퀘어" panose="020B0600000101010101" pitchFamily="50" charset="-127"/>
              <a:cs typeface="Times New Roman" panose="02020603050405020304" pitchFamily="18" charset="0"/>
            </a:endParaRPr>
          </a:p>
        </p:txBody>
      </p:sp>
      <p:sp>
        <p:nvSpPr>
          <p:cNvPr id="125" name="TextBox 124">
            <a:extLst>
              <a:ext uri="{FF2B5EF4-FFF2-40B4-BE49-F238E27FC236}">
                <a16:creationId xmlns:a16="http://schemas.microsoft.com/office/drawing/2014/main" id="{30DBC328-7822-40FB-B689-10A6BC06FD19}"/>
              </a:ext>
            </a:extLst>
          </p:cNvPr>
          <p:cNvSpPr txBox="1"/>
          <p:nvPr/>
        </p:nvSpPr>
        <p:spPr>
          <a:xfrm>
            <a:off x="9285282" y="3412670"/>
            <a:ext cx="731338" cy="21544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dirty="0" err="1">
                <a:latin typeface="Times New Roman" panose="02020603050405020304" pitchFamily="18" charset="0"/>
                <a:ea typeface="나눔스퀘어" panose="020B0600000101010101" pitchFamily="50" charset="-127"/>
                <a:cs typeface="Times New Roman" panose="02020603050405020304" pitchFamily="18" charset="0"/>
              </a:rPr>
              <a:t>arrive_to_wk</a:t>
            </a:r>
            <a:endParaRPr lang="en-US" altLang="ko-KR" sz="800" dirty="0">
              <a:latin typeface="Times New Roman" panose="02020603050405020304" pitchFamily="18" charset="0"/>
              <a:ea typeface="나눔스퀘어" panose="020B0600000101010101" pitchFamily="50" charset="-127"/>
              <a:cs typeface="Times New Roman" panose="02020603050405020304" pitchFamily="18" charset="0"/>
            </a:endParaRPr>
          </a:p>
        </p:txBody>
      </p:sp>
      <p:sp>
        <p:nvSpPr>
          <p:cNvPr id="126" name="TextBox 125">
            <a:extLst>
              <a:ext uri="{FF2B5EF4-FFF2-40B4-BE49-F238E27FC236}">
                <a16:creationId xmlns:a16="http://schemas.microsoft.com/office/drawing/2014/main" id="{D1DE36CA-54A0-4977-8A48-A44509A890C9}"/>
              </a:ext>
            </a:extLst>
          </p:cNvPr>
          <p:cNvSpPr txBox="1"/>
          <p:nvPr/>
        </p:nvSpPr>
        <p:spPr>
          <a:xfrm>
            <a:off x="10183755" y="3394156"/>
            <a:ext cx="924864" cy="21544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dirty="0" err="1">
                <a:latin typeface="Times New Roman" panose="02020603050405020304" pitchFamily="18" charset="0"/>
                <a:ea typeface="나눔스퀘어" panose="020B0600000101010101" pitchFamily="50" charset="-127"/>
                <a:cs typeface="Times New Roman" panose="02020603050405020304" pitchFamily="18" charset="0"/>
              </a:rPr>
              <a:t>arrive_from_mm</a:t>
            </a:r>
            <a:endParaRPr lang="en-US" altLang="ko-KR" sz="800" dirty="0">
              <a:latin typeface="Times New Roman" panose="02020603050405020304" pitchFamily="18" charset="0"/>
              <a:ea typeface="나눔스퀘어" panose="020B0600000101010101" pitchFamily="50" charset="-127"/>
              <a:cs typeface="Times New Roman" panose="02020603050405020304" pitchFamily="18" charset="0"/>
            </a:endParaRPr>
          </a:p>
        </p:txBody>
      </p:sp>
      <p:cxnSp>
        <p:nvCxnSpPr>
          <p:cNvPr id="127" name="직선 화살표 연결선 126">
            <a:extLst>
              <a:ext uri="{FF2B5EF4-FFF2-40B4-BE49-F238E27FC236}">
                <a16:creationId xmlns:a16="http://schemas.microsoft.com/office/drawing/2014/main" id="{6681D194-C2CE-41B6-B5F9-8216AA22CA38}"/>
              </a:ext>
            </a:extLst>
          </p:cNvPr>
          <p:cNvCxnSpPr>
            <a:cxnSpLocks/>
          </p:cNvCxnSpPr>
          <p:nvPr/>
        </p:nvCxnSpPr>
        <p:spPr>
          <a:xfrm>
            <a:off x="9979419" y="3528599"/>
            <a:ext cx="256442" cy="1"/>
          </a:xfrm>
          <a:prstGeom prst="straightConnector1">
            <a:avLst/>
          </a:prstGeom>
          <a:ln w="9525">
            <a:solidFill>
              <a:srgbClr val="FF0000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" name="연결선: 꺾임 131">
            <a:extLst>
              <a:ext uri="{FF2B5EF4-FFF2-40B4-BE49-F238E27FC236}">
                <a16:creationId xmlns:a16="http://schemas.microsoft.com/office/drawing/2014/main" id="{15E2E5A1-D3EE-4855-AE3D-724B4D81F89D}"/>
              </a:ext>
            </a:extLst>
          </p:cNvPr>
          <p:cNvCxnSpPr>
            <a:cxnSpLocks/>
            <a:stCxn id="80" idx="2"/>
            <a:endCxn id="107" idx="0"/>
          </p:cNvCxnSpPr>
          <p:nvPr/>
        </p:nvCxnSpPr>
        <p:spPr>
          <a:xfrm rot="16200000" flipH="1">
            <a:off x="2161250" y="3000369"/>
            <a:ext cx="933969" cy="1141282"/>
          </a:xfrm>
          <a:prstGeom prst="bentConnector3">
            <a:avLst>
              <a:gd name="adj1" fmla="val 46782"/>
            </a:avLst>
          </a:prstGeom>
          <a:ln w="9525">
            <a:solidFill>
              <a:srgbClr val="FF0000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7D3187D6-90E8-7343-8AA1-32BAB748D47D}"/>
              </a:ext>
            </a:extLst>
          </p:cNvPr>
          <p:cNvSpPr txBox="1"/>
          <p:nvPr/>
        </p:nvSpPr>
        <p:spPr>
          <a:xfrm>
            <a:off x="8672022" y="3205530"/>
            <a:ext cx="1379232" cy="21544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dirty="0" err="1">
                <a:latin typeface="Times New Roman" panose="02020603050405020304" pitchFamily="18" charset="0"/>
                <a:ea typeface="나눔스퀘어" panose="020B0600000101010101" pitchFamily="50" charset="-127"/>
                <a:cs typeface="Times New Roman" panose="02020603050405020304" pitchFamily="18" charset="0"/>
              </a:rPr>
              <a:t>cmd_completed_from_amr</a:t>
            </a:r>
            <a:endParaRPr lang="en-US" altLang="ko-KR" sz="800" dirty="0">
              <a:latin typeface="Times New Roman" panose="02020603050405020304" pitchFamily="18" charset="0"/>
              <a:ea typeface="나눔스퀘어" panose="020B0600000101010101" pitchFamily="50" charset="-127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CF3A55C-5318-789D-246C-BDE6A65B3217}"/>
              </a:ext>
            </a:extLst>
          </p:cNvPr>
          <p:cNvSpPr txBox="1"/>
          <p:nvPr/>
        </p:nvSpPr>
        <p:spPr>
          <a:xfrm>
            <a:off x="9615856" y="5254285"/>
            <a:ext cx="1409543" cy="21544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ko-KR" sz="800" dirty="0" err="1">
                <a:latin typeface="Times New Roman" panose="02020603050405020304" pitchFamily="18" charset="0"/>
                <a:ea typeface="나눔스퀘어" panose="020B0600000101010101" pitchFamily="50" charset="-127"/>
                <a:cs typeface="Times New Roman" panose="02020603050405020304" pitchFamily="18" charset="0"/>
              </a:rPr>
              <a:t>return_completed_from_amr</a:t>
            </a:r>
            <a:endParaRPr lang="en-US" altLang="ko-KR" sz="800" dirty="0">
              <a:latin typeface="Times New Roman" panose="02020603050405020304" pitchFamily="18" charset="0"/>
              <a:ea typeface="나눔스퀘어" panose="020B0600000101010101" pitchFamily="50" charset="-127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28FD0F0-0C6B-AFFE-DC95-B50B7C187AA1}"/>
              </a:ext>
            </a:extLst>
          </p:cNvPr>
          <p:cNvSpPr txBox="1"/>
          <p:nvPr/>
        </p:nvSpPr>
        <p:spPr>
          <a:xfrm>
            <a:off x="3693293" y="4469942"/>
            <a:ext cx="966040" cy="21544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ko-KR" sz="800" dirty="0" err="1">
                <a:latin typeface="Times New Roman" panose="02020603050405020304" pitchFamily="18" charset="0"/>
                <a:ea typeface="나눔스퀘어" panose="020B0600000101010101" pitchFamily="50" charset="-127"/>
                <a:cs typeface="Times New Roman" panose="02020603050405020304" pitchFamily="18" charset="0"/>
              </a:rPr>
              <a:t>m_info_to_MCS</a:t>
            </a:r>
            <a:endParaRPr lang="en-US" altLang="ko-KR" sz="800" i="1" dirty="0">
              <a:latin typeface="Times New Roman" panose="02020603050405020304" pitchFamily="18" charset="0"/>
              <a:ea typeface="나눔스퀘어" panose="020B0600000101010101" pitchFamily="50" charset="-127"/>
              <a:cs typeface="Times New Roman" panose="02020603050405020304" pitchFamily="18" charset="0"/>
            </a:endParaRPr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CC7FC934-3BD1-4E90-8129-177BEF610A13}"/>
              </a:ext>
            </a:extLst>
          </p:cNvPr>
          <p:cNvSpPr txBox="1"/>
          <p:nvPr/>
        </p:nvSpPr>
        <p:spPr>
          <a:xfrm>
            <a:off x="2600555" y="5914790"/>
            <a:ext cx="1268534" cy="21544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dirty="0" err="1">
                <a:latin typeface="Times New Roman" panose="02020603050405020304" pitchFamily="18" charset="0"/>
                <a:ea typeface="나눔스퀘어" panose="020B0600000101010101" pitchFamily="50" charset="-127"/>
                <a:cs typeface="Times New Roman" panose="02020603050405020304" pitchFamily="18" charset="0"/>
              </a:rPr>
              <a:t>amr_update_to_tm</a:t>
            </a:r>
            <a:endParaRPr lang="en-US" altLang="ko-KR" sz="800" i="1" dirty="0">
              <a:latin typeface="Times New Roman" panose="02020603050405020304" pitchFamily="18" charset="0"/>
              <a:ea typeface="나눔스퀘어" panose="020B0600000101010101" pitchFamily="50" charset="-127"/>
              <a:cs typeface="Times New Roman" panose="02020603050405020304" pitchFamily="18" charset="0"/>
            </a:endParaRPr>
          </a:p>
        </p:txBody>
      </p:sp>
      <p:cxnSp>
        <p:nvCxnSpPr>
          <p:cNvPr id="115" name="연결선: 꺾임 114">
            <a:extLst>
              <a:ext uri="{FF2B5EF4-FFF2-40B4-BE49-F238E27FC236}">
                <a16:creationId xmlns:a16="http://schemas.microsoft.com/office/drawing/2014/main" id="{7EA73879-412D-4430-91B5-33C92AD20861}"/>
              </a:ext>
            </a:extLst>
          </p:cNvPr>
          <p:cNvCxnSpPr>
            <a:cxnSpLocks/>
          </p:cNvCxnSpPr>
          <p:nvPr/>
        </p:nvCxnSpPr>
        <p:spPr>
          <a:xfrm flipV="1">
            <a:off x="3728180" y="5524541"/>
            <a:ext cx="2994482" cy="507998"/>
          </a:xfrm>
          <a:prstGeom prst="bentConnector3">
            <a:avLst>
              <a:gd name="adj1" fmla="val 44837"/>
            </a:avLst>
          </a:prstGeom>
          <a:ln w="9525">
            <a:solidFill>
              <a:srgbClr val="FF0000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0" name="TextBox 119">
            <a:extLst>
              <a:ext uri="{FF2B5EF4-FFF2-40B4-BE49-F238E27FC236}">
                <a16:creationId xmlns:a16="http://schemas.microsoft.com/office/drawing/2014/main" id="{8169D536-AF32-4419-9518-EE01B7EA5138}"/>
              </a:ext>
            </a:extLst>
          </p:cNvPr>
          <p:cNvSpPr txBox="1"/>
          <p:nvPr/>
        </p:nvSpPr>
        <p:spPr>
          <a:xfrm>
            <a:off x="6623319" y="5402376"/>
            <a:ext cx="1268534" cy="21544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dirty="0" err="1">
                <a:latin typeface="Times New Roman" panose="02020603050405020304" pitchFamily="18" charset="0"/>
                <a:ea typeface="나눔스퀘어" panose="020B0600000101010101" pitchFamily="50" charset="-127"/>
                <a:cs typeface="Times New Roman" panose="02020603050405020304" pitchFamily="18" charset="0"/>
              </a:rPr>
              <a:t>amr_update_from_ACS</a:t>
            </a:r>
            <a:endParaRPr lang="en-US" altLang="ko-KR" sz="800" i="1" dirty="0">
              <a:latin typeface="Times New Roman" panose="02020603050405020304" pitchFamily="18" charset="0"/>
              <a:ea typeface="나눔스퀘어" panose="020B0600000101010101" pitchFamily="50" charset="-127"/>
              <a:cs typeface="Times New Roman" panose="02020603050405020304" pitchFamily="18" charset="0"/>
            </a:endParaRPr>
          </a:p>
        </p:txBody>
      </p:sp>
      <p:sp>
        <p:nvSpPr>
          <p:cNvPr id="122" name="TextBox 121">
            <a:extLst>
              <a:ext uri="{FF2B5EF4-FFF2-40B4-BE49-F238E27FC236}">
                <a16:creationId xmlns:a16="http://schemas.microsoft.com/office/drawing/2014/main" id="{2DD3B86C-9C7F-4D0F-BBC5-F7739BDDBF1E}"/>
              </a:ext>
            </a:extLst>
          </p:cNvPr>
          <p:cNvSpPr txBox="1"/>
          <p:nvPr/>
        </p:nvSpPr>
        <p:spPr>
          <a:xfrm>
            <a:off x="3663796" y="5987284"/>
            <a:ext cx="1268534" cy="21544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dirty="0" err="1">
                <a:latin typeface="Times New Roman" panose="02020603050405020304" pitchFamily="18" charset="0"/>
                <a:ea typeface="나눔스퀘어" panose="020B0600000101010101" pitchFamily="50" charset="-127"/>
                <a:cs typeface="Times New Roman" panose="02020603050405020304" pitchFamily="18" charset="0"/>
              </a:rPr>
              <a:t>amr_update_to_tm</a:t>
            </a:r>
            <a:endParaRPr lang="en-US" altLang="ko-KR" sz="800" i="1" dirty="0">
              <a:latin typeface="Times New Roman" panose="02020603050405020304" pitchFamily="18" charset="0"/>
              <a:ea typeface="나눔스퀘어" panose="020B0600000101010101" pitchFamily="50" charset="-127"/>
              <a:cs typeface="Times New Roman" panose="02020603050405020304" pitchFamily="18" charset="0"/>
            </a:endParaRPr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B6C76262-EB5C-4245-AB59-A19B3549E87C}"/>
              </a:ext>
            </a:extLst>
          </p:cNvPr>
          <p:cNvSpPr txBox="1"/>
          <p:nvPr/>
        </p:nvSpPr>
        <p:spPr>
          <a:xfrm>
            <a:off x="5419614" y="5313135"/>
            <a:ext cx="1268534" cy="21544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dirty="0" err="1">
                <a:latin typeface="Times New Roman" panose="02020603050405020304" pitchFamily="18" charset="0"/>
                <a:ea typeface="나눔스퀘어" panose="020B0600000101010101" pitchFamily="50" charset="-127"/>
                <a:cs typeface="Times New Roman" panose="02020603050405020304" pitchFamily="18" charset="0"/>
              </a:rPr>
              <a:t>amr_update_to_tm</a:t>
            </a:r>
            <a:endParaRPr lang="en-US" altLang="ko-KR" sz="800" i="1" dirty="0">
              <a:latin typeface="Times New Roman" panose="02020603050405020304" pitchFamily="18" charset="0"/>
              <a:ea typeface="나눔스퀘어" panose="020B0600000101010101" pitchFamily="50" charset="-127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F15CD1D-450F-E941-89AB-B77E50600D07}"/>
              </a:ext>
            </a:extLst>
          </p:cNvPr>
          <p:cNvSpPr txBox="1"/>
          <p:nvPr/>
        </p:nvSpPr>
        <p:spPr>
          <a:xfrm>
            <a:off x="10244667" y="3030664"/>
            <a:ext cx="858614" cy="21544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>
                <a:latin typeface="Times New Roman" panose="02020603050405020304" pitchFamily="18" charset="0"/>
                <a:ea typeface="나눔스퀘어" panose="020B0600000101010101" pitchFamily="50" charset="-127"/>
                <a:cs typeface="Times New Roman" panose="02020603050405020304" pitchFamily="18" charset="0"/>
              </a:rPr>
              <a:t>w_req_to_mm</a:t>
            </a:r>
            <a:endParaRPr lang="en-US" altLang="ko-KR" sz="800" dirty="0">
              <a:latin typeface="Times New Roman" panose="02020603050405020304" pitchFamily="18" charset="0"/>
              <a:ea typeface="나눔스퀘어" panose="020B0600000101010101" pitchFamily="50" charset="-127"/>
              <a:cs typeface="Times New Roman" panose="020206030504050203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6F3CCD9-075F-4CE6-703A-260053F375E1}"/>
              </a:ext>
            </a:extLst>
          </p:cNvPr>
          <p:cNvSpPr txBox="1"/>
          <p:nvPr/>
        </p:nvSpPr>
        <p:spPr>
          <a:xfrm>
            <a:off x="9070208" y="3029771"/>
            <a:ext cx="898137" cy="21544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>
                <a:latin typeface="Times New Roman" panose="02020603050405020304" pitchFamily="18" charset="0"/>
                <a:ea typeface="나눔스퀘어" panose="020B0600000101010101" pitchFamily="50" charset="-127"/>
                <a:cs typeface="Times New Roman" panose="02020603050405020304" pitchFamily="18" charset="0"/>
              </a:rPr>
              <a:t>w_req_from_wk</a:t>
            </a:r>
            <a:endParaRPr lang="en-US" altLang="ko-KR" sz="800" dirty="0">
              <a:latin typeface="Times New Roman" panose="02020603050405020304" pitchFamily="18" charset="0"/>
              <a:ea typeface="나눔스퀘어" panose="020B0600000101010101" pitchFamily="50" charset="-127"/>
              <a:cs typeface="Times New Roman" panose="02020603050405020304" pitchFamily="18" charset="0"/>
            </a:endParaRPr>
          </a:p>
        </p:txBody>
      </p:sp>
      <p:cxnSp>
        <p:nvCxnSpPr>
          <p:cNvPr id="14" name="직선 화살표 연결선 13">
            <a:extLst>
              <a:ext uri="{FF2B5EF4-FFF2-40B4-BE49-F238E27FC236}">
                <a16:creationId xmlns:a16="http://schemas.microsoft.com/office/drawing/2014/main" id="{94FFC5B0-3F9E-9418-77ED-DEACCA74B66E}"/>
              </a:ext>
            </a:extLst>
          </p:cNvPr>
          <p:cNvCxnSpPr>
            <a:cxnSpLocks/>
            <a:stCxn id="9" idx="1"/>
            <a:endCxn id="12" idx="3"/>
          </p:cNvCxnSpPr>
          <p:nvPr/>
        </p:nvCxnSpPr>
        <p:spPr>
          <a:xfrm flipH="1" flipV="1">
            <a:off x="9968345" y="3137494"/>
            <a:ext cx="276322" cy="893"/>
          </a:xfrm>
          <a:prstGeom prst="straightConnector1">
            <a:avLst/>
          </a:prstGeom>
          <a:ln w="9525">
            <a:solidFill>
              <a:srgbClr val="FF0000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539F2A3F-BBBB-9598-9736-98FAF12F016C}"/>
              </a:ext>
            </a:extLst>
          </p:cNvPr>
          <p:cNvSpPr/>
          <p:nvPr/>
        </p:nvSpPr>
        <p:spPr>
          <a:xfrm rot="5629163">
            <a:off x="10123381" y="3072543"/>
            <a:ext cx="45719" cy="13169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cxnSp>
        <p:nvCxnSpPr>
          <p:cNvPr id="23" name="연결선: 구부러짐 22">
            <a:extLst>
              <a:ext uri="{FF2B5EF4-FFF2-40B4-BE49-F238E27FC236}">
                <a16:creationId xmlns:a16="http://schemas.microsoft.com/office/drawing/2014/main" id="{38D96F35-43E2-133F-6AF7-EDCECCFF7A2B}"/>
              </a:ext>
            </a:extLst>
          </p:cNvPr>
          <p:cNvCxnSpPr>
            <a:cxnSpLocks/>
          </p:cNvCxnSpPr>
          <p:nvPr/>
        </p:nvCxnSpPr>
        <p:spPr>
          <a:xfrm rot="5663149" flipH="1" flipV="1">
            <a:off x="10149660" y="3068294"/>
            <a:ext cx="2926" cy="148653"/>
          </a:xfrm>
          <a:prstGeom prst="curvedConnector3">
            <a:avLst>
              <a:gd name="adj1" fmla="val 2517157"/>
            </a:avLst>
          </a:prstGeom>
          <a:ln w="127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76254586-0226-8283-CA10-B12038E0F7B4}"/>
              </a:ext>
            </a:extLst>
          </p:cNvPr>
          <p:cNvSpPr txBox="1"/>
          <p:nvPr/>
        </p:nvSpPr>
        <p:spPr>
          <a:xfrm>
            <a:off x="10256838" y="2888581"/>
            <a:ext cx="944561" cy="21544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>
                <a:latin typeface="Times New Roman" panose="02020603050405020304" pitchFamily="18" charset="0"/>
                <a:ea typeface="나눔스퀘어" panose="020B0600000101010101" pitchFamily="50" charset="-127"/>
                <a:cs typeface="Times New Roman" panose="02020603050405020304" pitchFamily="18" charset="0"/>
              </a:rPr>
              <a:t>m_info_from_mm</a:t>
            </a:r>
            <a:endParaRPr lang="en-US" altLang="ko-KR" sz="800" dirty="0">
              <a:latin typeface="Times New Roman" panose="02020603050405020304" pitchFamily="18" charset="0"/>
              <a:ea typeface="나눔스퀘어" panose="020B0600000101010101" pitchFamily="50" charset="-127"/>
              <a:cs typeface="Times New Roman" panose="02020603050405020304" pitchFamily="18" charset="0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32521B84-F2EB-2050-06B9-799DCC2CE184}"/>
              </a:ext>
            </a:extLst>
          </p:cNvPr>
          <p:cNvSpPr txBox="1"/>
          <p:nvPr/>
        </p:nvSpPr>
        <p:spPr>
          <a:xfrm>
            <a:off x="9148755" y="2888582"/>
            <a:ext cx="819590" cy="21544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dirty="0" err="1">
                <a:latin typeface="Times New Roman" panose="02020603050405020304" pitchFamily="18" charset="0"/>
                <a:ea typeface="나눔스퀘어" panose="020B0600000101010101" pitchFamily="50" charset="-127"/>
                <a:cs typeface="Times New Roman" panose="02020603050405020304" pitchFamily="18" charset="0"/>
              </a:rPr>
              <a:t>m_info_to_wk</a:t>
            </a:r>
            <a:endParaRPr lang="en-US" altLang="ko-KR" sz="800" dirty="0">
              <a:latin typeface="Times New Roman" panose="02020603050405020304" pitchFamily="18" charset="0"/>
              <a:ea typeface="나눔스퀘어" panose="020B0600000101010101" pitchFamily="50" charset="-127"/>
              <a:cs typeface="Times New Roman" panose="02020603050405020304" pitchFamily="18" charset="0"/>
            </a:endParaRPr>
          </a:p>
        </p:txBody>
      </p:sp>
      <p:cxnSp>
        <p:nvCxnSpPr>
          <p:cNvPr id="41" name="직선 화살표 연결선 40">
            <a:extLst>
              <a:ext uri="{FF2B5EF4-FFF2-40B4-BE49-F238E27FC236}">
                <a16:creationId xmlns:a16="http://schemas.microsoft.com/office/drawing/2014/main" id="{C7A0D678-BADC-55F9-97E8-C4137C1D2BEA}"/>
              </a:ext>
            </a:extLst>
          </p:cNvPr>
          <p:cNvCxnSpPr>
            <a:cxnSpLocks/>
            <a:stCxn id="38" idx="3"/>
            <a:endCxn id="37" idx="1"/>
          </p:cNvCxnSpPr>
          <p:nvPr/>
        </p:nvCxnSpPr>
        <p:spPr>
          <a:xfrm flipV="1">
            <a:off x="9968345" y="2996303"/>
            <a:ext cx="288493" cy="1"/>
          </a:xfrm>
          <a:prstGeom prst="straightConnector1">
            <a:avLst/>
          </a:prstGeom>
          <a:ln w="9525">
            <a:solidFill>
              <a:srgbClr val="FF0000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연결선: 구부러짐 52">
            <a:extLst>
              <a:ext uri="{FF2B5EF4-FFF2-40B4-BE49-F238E27FC236}">
                <a16:creationId xmlns:a16="http://schemas.microsoft.com/office/drawing/2014/main" id="{724960A1-C6BA-4BB8-C10B-28A1F4D91B91}"/>
              </a:ext>
            </a:extLst>
          </p:cNvPr>
          <p:cNvCxnSpPr>
            <a:cxnSpLocks/>
          </p:cNvCxnSpPr>
          <p:nvPr/>
        </p:nvCxnSpPr>
        <p:spPr>
          <a:xfrm rot="5663149" flipH="1" flipV="1">
            <a:off x="10105593" y="2920616"/>
            <a:ext cx="2926" cy="148653"/>
          </a:xfrm>
          <a:prstGeom prst="curvedConnector3">
            <a:avLst>
              <a:gd name="adj1" fmla="val 2517157"/>
            </a:avLst>
          </a:prstGeom>
          <a:ln w="127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90584F65-7B71-BCAC-F896-F01CEDF55E36}"/>
              </a:ext>
            </a:extLst>
          </p:cNvPr>
          <p:cNvSpPr/>
          <p:nvPr/>
        </p:nvSpPr>
        <p:spPr>
          <a:xfrm rot="5629163">
            <a:off x="10086105" y="2935647"/>
            <a:ext cx="45719" cy="10972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9" name="자유형: 도형 18">
            <a:extLst>
              <a:ext uri="{FF2B5EF4-FFF2-40B4-BE49-F238E27FC236}">
                <a16:creationId xmlns:a16="http://schemas.microsoft.com/office/drawing/2014/main" id="{3479589A-DB0D-4922-BA47-DFBAB2DC31C6}"/>
              </a:ext>
            </a:extLst>
          </p:cNvPr>
          <p:cNvSpPr/>
          <p:nvPr/>
        </p:nvSpPr>
        <p:spPr>
          <a:xfrm>
            <a:off x="9968345" y="2058186"/>
            <a:ext cx="165388" cy="1247240"/>
          </a:xfrm>
          <a:custGeom>
            <a:avLst/>
            <a:gdLst>
              <a:gd name="connsiteX0" fmla="*/ 200025 w 200025"/>
              <a:gd name="connsiteY0" fmla="*/ 0 h 1244600"/>
              <a:gd name="connsiteX1" fmla="*/ 200025 w 200025"/>
              <a:gd name="connsiteY1" fmla="*/ 1244600 h 1244600"/>
              <a:gd name="connsiteX2" fmla="*/ 0 w 200025"/>
              <a:gd name="connsiteY2" fmla="*/ 1244600 h 1244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00025" h="1244600">
                <a:moveTo>
                  <a:pt x="200025" y="0"/>
                </a:moveTo>
                <a:lnTo>
                  <a:pt x="200025" y="1244600"/>
                </a:lnTo>
                <a:lnTo>
                  <a:pt x="0" y="1244600"/>
                </a:lnTo>
              </a:path>
            </a:pathLst>
          </a:custGeom>
          <a:noFill/>
          <a:ln w="9525">
            <a:solidFill>
              <a:srgbClr val="FF0000"/>
            </a:solidFill>
            <a:tailEnd type="triangle"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3" name="TextBox 132">
            <a:extLst>
              <a:ext uri="{FF2B5EF4-FFF2-40B4-BE49-F238E27FC236}">
                <a16:creationId xmlns:a16="http://schemas.microsoft.com/office/drawing/2014/main" id="{9C0F7B83-0365-47B1-AEF1-4E829FBFF159}"/>
              </a:ext>
            </a:extLst>
          </p:cNvPr>
          <p:cNvSpPr txBox="1"/>
          <p:nvPr/>
        </p:nvSpPr>
        <p:spPr>
          <a:xfrm>
            <a:off x="9512688" y="1419894"/>
            <a:ext cx="1536027" cy="21544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dirty="0" err="1">
                <a:latin typeface="Times New Roman" panose="02020603050405020304" pitchFamily="18" charset="0"/>
                <a:ea typeface="나눔스퀘어" panose="020B0600000101010101" pitchFamily="50" charset="-127"/>
                <a:cs typeface="Times New Roman" panose="02020603050405020304" pitchFamily="18" charset="0"/>
              </a:rPr>
              <a:t>physical_result_to_tm</a:t>
            </a:r>
            <a:endParaRPr lang="en-US" altLang="ko-KR" sz="800" i="1" dirty="0">
              <a:latin typeface="Times New Roman" panose="02020603050405020304" pitchFamily="18" charset="0"/>
              <a:ea typeface="나눔스퀘어" panose="020B0600000101010101" pitchFamily="50" charset="-127"/>
              <a:cs typeface="Times New Roman" panose="02020603050405020304" pitchFamily="18" charset="0"/>
            </a:endParaRPr>
          </a:p>
        </p:txBody>
      </p:sp>
      <p:sp>
        <p:nvSpPr>
          <p:cNvPr id="15" name="자유형: 도형 14">
            <a:extLst>
              <a:ext uri="{FF2B5EF4-FFF2-40B4-BE49-F238E27FC236}">
                <a16:creationId xmlns:a16="http://schemas.microsoft.com/office/drawing/2014/main" id="{1B4F07DA-EC4F-4786-8077-FC0A23046D73}"/>
              </a:ext>
            </a:extLst>
          </p:cNvPr>
          <p:cNvSpPr/>
          <p:nvPr/>
        </p:nvSpPr>
        <p:spPr>
          <a:xfrm>
            <a:off x="10947458" y="1588889"/>
            <a:ext cx="611659" cy="4108622"/>
          </a:xfrm>
          <a:custGeom>
            <a:avLst/>
            <a:gdLst>
              <a:gd name="connsiteX0" fmla="*/ 0 w 611659"/>
              <a:gd name="connsiteY0" fmla="*/ 0 h 4108622"/>
              <a:gd name="connsiteX1" fmla="*/ 611659 w 611659"/>
              <a:gd name="connsiteY1" fmla="*/ 0 h 4108622"/>
              <a:gd name="connsiteX2" fmla="*/ 611659 w 611659"/>
              <a:gd name="connsiteY2" fmla="*/ 4108622 h 4108622"/>
              <a:gd name="connsiteX3" fmla="*/ 6178 w 611659"/>
              <a:gd name="connsiteY3" fmla="*/ 4108622 h 41086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11659" h="4108622">
                <a:moveTo>
                  <a:pt x="0" y="0"/>
                </a:moveTo>
                <a:lnTo>
                  <a:pt x="611659" y="0"/>
                </a:lnTo>
                <a:lnTo>
                  <a:pt x="611659" y="4108622"/>
                </a:lnTo>
                <a:lnTo>
                  <a:pt x="6178" y="4108622"/>
                </a:lnTo>
              </a:path>
            </a:pathLst>
          </a:custGeom>
          <a:noFill/>
          <a:ln w="9525">
            <a:solidFill>
              <a:srgbClr val="FF0000"/>
            </a:solidFill>
            <a:tailEnd type="triangle"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4" name="TextBox 143">
            <a:extLst>
              <a:ext uri="{FF2B5EF4-FFF2-40B4-BE49-F238E27FC236}">
                <a16:creationId xmlns:a16="http://schemas.microsoft.com/office/drawing/2014/main" id="{9018766D-90E3-4A73-A57E-61AC067E096C}"/>
              </a:ext>
            </a:extLst>
          </p:cNvPr>
          <p:cNvSpPr txBox="1"/>
          <p:nvPr/>
        </p:nvSpPr>
        <p:spPr>
          <a:xfrm>
            <a:off x="9629720" y="5566336"/>
            <a:ext cx="1409543" cy="21544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dirty="0" err="1">
                <a:latin typeface="Times New Roman" panose="02020603050405020304" pitchFamily="18" charset="0"/>
                <a:ea typeface="나눔스퀘어" panose="020B0600000101010101" pitchFamily="50" charset="-127"/>
                <a:cs typeface="Times New Roman" panose="02020603050405020304" pitchFamily="18" charset="0"/>
              </a:rPr>
              <a:t>physical_result_from_amr</a:t>
            </a:r>
            <a:endParaRPr lang="en-US" altLang="ko-KR" sz="800" i="1" dirty="0">
              <a:latin typeface="Times New Roman" panose="02020603050405020304" pitchFamily="18" charset="0"/>
              <a:ea typeface="나눔스퀘어" panose="020B0600000101010101" pitchFamily="50" charset="-127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805145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12F878-3B67-0C12-028A-D4AE8394CD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6841EAE-E30F-44E7-51AC-FC17D05621D3}"/>
              </a:ext>
            </a:extLst>
          </p:cNvPr>
          <p:cNvSpPr txBox="1"/>
          <p:nvPr/>
        </p:nvSpPr>
        <p:spPr>
          <a:xfrm>
            <a:off x="461961" y="166607"/>
            <a:ext cx="8266403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000" dirty="0">
                <a:solidFill>
                  <a:srgbClr val="1A236F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Atomic Model Diagram </a:t>
            </a:r>
            <a:r>
              <a:rPr lang="en-US" altLang="ko-KR" sz="2000" dirty="0">
                <a:solidFill>
                  <a:srgbClr val="1A236F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– Supply Order Generator</a:t>
            </a:r>
          </a:p>
        </p:txBody>
      </p:sp>
      <p:sp>
        <p:nvSpPr>
          <p:cNvPr id="284" name="직사각형 283">
            <a:extLst>
              <a:ext uri="{FF2B5EF4-FFF2-40B4-BE49-F238E27FC236}">
                <a16:creationId xmlns:a16="http://schemas.microsoft.com/office/drawing/2014/main" id="{AB1AF2D8-5BC9-EFCB-21B3-A9D6308FB881}"/>
              </a:ext>
            </a:extLst>
          </p:cNvPr>
          <p:cNvSpPr/>
          <p:nvPr/>
        </p:nvSpPr>
        <p:spPr>
          <a:xfrm>
            <a:off x="2090798" y="923170"/>
            <a:ext cx="8010404" cy="46920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ko-KR" sz="2400" b="1" dirty="0">
                <a:solidFill>
                  <a:schemeClr val="tx1"/>
                </a:solidFill>
                <a:latin typeface="Times New Roman" panose="02020603050405020304" pitchFamily="18" charset="0"/>
                <a:ea typeface="나눔스퀘어OTF" panose="020B0600000101010101" pitchFamily="34" charset="-127"/>
                <a:cs typeface="Times New Roman" panose="02020603050405020304" pitchFamily="18" charset="0"/>
              </a:rPr>
              <a:t>Supply Order Generator</a:t>
            </a:r>
          </a:p>
        </p:txBody>
      </p:sp>
      <p:grpSp>
        <p:nvGrpSpPr>
          <p:cNvPr id="51" name="그룹 50">
            <a:extLst>
              <a:ext uri="{FF2B5EF4-FFF2-40B4-BE49-F238E27FC236}">
                <a16:creationId xmlns:a16="http://schemas.microsoft.com/office/drawing/2014/main" id="{C5BDF929-CA82-D98A-5B78-C1F383CB67E0}"/>
              </a:ext>
            </a:extLst>
          </p:cNvPr>
          <p:cNvGrpSpPr/>
          <p:nvPr/>
        </p:nvGrpSpPr>
        <p:grpSpPr>
          <a:xfrm>
            <a:off x="10100450" y="1172742"/>
            <a:ext cx="2091550" cy="519006"/>
            <a:chOff x="10726447" y="1146766"/>
            <a:chExt cx="2091550" cy="519006"/>
          </a:xfrm>
        </p:grpSpPr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45E5E507-5D5F-BC26-63C4-6BCFB8D68092}"/>
                </a:ext>
              </a:extLst>
            </p:cNvPr>
            <p:cNvSpPr txBox="1"/>
            <p:nvPr/>
          </p:nvSpPr>
          <p:spPr>
            <a:xfrm>
              <a:off x="10879695" y="1146766"/>
              <a:ext cx="1914347" cy="276999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 algn="r"/>
              <a:endParaRPr lang="ko-KR" altLang="en-US" sz="1200" dirty="0">
                <a:latin typeface="Times New Roman" panose="02020603050405020304" pitchFamily="18" charset="0"/>
                <a:ea typeface="나눔스퀘어OTF" panose="020B0600000101010101" pitchFamily="34" charset="-127"/>
                <a:cs typeface="Times New Roman" panose="02020603050405020304" pitchFamily="18" charset="0"/>
              </a:endParaRPr>
            </a:p>
          </p:txBody>
        </p:sp>
        <p:cxnSp>
          <p:nvCxnSpPr>
            <p:cNvPr id="53" name="직선 화살표 연결선 52">
              <a:extLst>
                <a:ext uri="{FF2B5EF4-FFF2-40B4-BE49-F238E27FC236}">
                  <a16:creationId xmlns:a16="http://schemas.microsoft.com/office/drawing/2014/main" id="{FF72ED93-D045-1030-C578-455B4383ECC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726447" y="1665771"/>
              <a:ext cx="2091550" cy="1"/>
            </a:xfrm>
            <a:prstGeom prst="straightConnector1">
              <a:avLst/>
            </a:prstGeom>
            <a:ln w="28575">
              <a:solidFill>
                <a:schemeClr val="tx1"/>
              </a:solidFill>
              <a:prstDash val="solid"/>
              <a:headEnd type="non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4" name="TextBox 53">
            <a:extLst>
              <a:ext uri="{FF2B5EF4-FFF2-40B4-BE49-F238E27FC236}">
                <a16:creationId xmlns:a16="http://schemas.microsoft.com/office/drawing/2014/main" id="{9DE0490C-0820-EA60-E9B8-CE34CDF0C7FD}"/>
              </a:ext>
            </a:extLst>
          </p:cNvPr>
          <p:cNvSpPr txBox="1"/>
          <p:nvPr/>
        </p:nvSpPr>
        <p:spPr>
          <a:xfrm>
            <a:off x="10076495" y="1360045"/>
            <a:ext cx="2091549" cy="30777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ko-KR" sz="1400" dirty="0" err="1">
                <a:latin typeface="Times New Roman" panose="02020603050405020304" pitchFamily="18" charset="0"/>
                <a:ea typeface="나눔스퀘어OTF" panose="020B0600000101010101" pitchFamily="34" charset="-127"/>
                <a:cs typeface="Times New Roman" panose="02020603050405020304" pitchFamily="18" charset="0"/>
              </a:rPr>
              <a:t>supply_order_to_MCS</a:t>
            </a:r>
            <a:endParaRPr lang="ko-KR" altLang="en-US" sz="1200" dirty="0">
              <a:latin typeface="Times New Roman" panose="02020603050405020304" pitchFamily="18" charset="0"/>
              <a:ea typeface="나눔스퀘어OTF" panose="020B0600000101010101" pitchFamily="34" charset="-127"/>
              <a:cs typeface="Times New Roman" panose="02020603050405020304" pitchFamily="18" charset="0"/>
            </a:endParaRPr>
          </a:p>
        </p:txBody>
      </p:sp>
      <p:grpSp>
        <p:nvGrpSpPr>
          <p:cNvPr id="73" name="그룹 72">
            <a:extLst>
              <a:ext uri="{FF2B5EF4-FFF2-40B4-BE49-F238E27FC236}">
                <a16:creationId xmlns:a16="http://schemas.microsoft.com/office/drawing/2014/main" id="{5D830010-D7E8-5002-18AE-BC7FFD6DC246}"/>
              </a:ext>
            </a:extLst>
          </p:cNvPr>
          <p:cNvGrpSpPr/>
          <p:nvPr/>
        </p:nvGrpSpPr>
        <p:grpSpPr>
          <a:xfrm>
            <a:off x="7010486" y="2889000"/>
            <a:ext cx="1080751" cy="1080000"/>
            <a:chOff x="1303863" y="2939799"/>
            <a:chExt cx="1080751" cy="1080000"/>
          </a:xfrm>
        </p:grpSpPr>
        <p:sp>
          <p:nvSpPr>
            <p:cNvPr id="74" name="타원 73">
              <a:extLst>
                <a:ext uri="{FF2B5EF4-FFF2-40B4-BE49-F238E27FC236}">
                  <a16:creationId xmlns:a16="http://schemas.microsoft.com/office/drawing/2014/main" id="{4D5B54E2-305A-B3DF-EBE4-A8F453C23390}"/>
                </a:ext>
              </a:extLst>
            </p:cNvPr>
            <p:cNvSpPr/>
            <p:nvPr/>
          </p:nvSpPr>
          <p:spPr>
            <a:xfrm>
              <a:off x="1303863" y="2939799"/>
              <a:ext cx="1080000" cy="1080000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 dirty="0">
                <a:solidFill>
                  <a:schemeClr val="tx1"/>
                </a:solidFill>
                <a:latin typeface="Times New Roman" panose="02020603050405020304" pitchFamily="18" charset="0"/>
                <a:ea typeface="나눔스퀘어OTF" panose="020B0600000101010101" pitchFamily="34" charset="-127"/>
                <a:cs typeface="Times New Roman" panose="02020603050405020304" pitchFamily="18" charset="0"/>
              </a:endParaRPr>
            </a:p>
          </p:txBody>
        </p:sp>
        <p:sp>
          <p:nvSpPr>
            <p:cNvPr id="75" name="TextBox 74">
              <a:extLst>
                <a:ext uri="{FF2B5EF4-FFF2-40B4-BE49-F238E27FC236}">
                  <a16:creationId xmlns:a16="http://schemas.microsoft.com/office/drawing/2014/main" id="{B3C65BC8-FD08-894E-E9CC-CF0B7D717C68}"/>
                </a:ext>
              </a:extLst>
            </p:cNvPr>
            <p:cNvSpPr txBox="1"/>
            <p:nvPr/>
          </p:nvSpPr>
          <p:spPr>
            <a:xfrm>
              <a:off x="1304847" y="3123944"/>
              <a:ext cx="1078030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3600" tIns="45720" rIns="3600" bIns="45720" rtlCol="0" anchor="ctr">
              <a:spAutoFit/>
            </a:bodyPr>
            <a:lstStyle/>
            <a:p>
              <a:pPr algn="ctr"/>
              <a:r>
                <a:rPr lang="en-US" altLang="ko-KR" sz="1200" dirty="0">
                  <a:latin typeface="Times New Roman" panose="02020603050405020304" pitchFamily="18" charset="0"/>
                  <a:ea typeface="나눔스퀘어OTF" panose="020B0600000101010101" pitchFamily="34" charset="-127"/>
                  <a:cs typeface="Times New Roman" panose="02020603050405020304" pitchFamily="18" charset="0"/>
                </a:rPr>
                <a:t>SIM-DONE</a:t>
              </a:r>
            </a:p>
          </p:txBody>
        </p:sp>
        <p:cxnSp>
          <p:nvCxnSpPr>
            <p:cNvPr id="76" name="직선 연결선 75">
              <a:extLst>
                <a:ext uri="{FF2B5EF4-FFF2-40B4-BE49-F238E27FC236}">
                  <a16:creationId xmlns:a16="http://schemas.microsoft.com/office/drawing/2014/main" id="{F8FEA99C-637A-9ADF-098A-4C601DB3DF3D}"/>
                </a:ext>
              </a:extLst>
            </p:cNvPr>
            <p:cNvCxnSpPr>
              <a:cxnSpLocks/>
              <a:stCxn id="74" idx="2"/>
              <a:endCxn id="74" idx="6"/>
            </p:cNvCxnSpPr>
            <p:nvPr/>
          </p:nvCxnSpPr>
          <p:spPr>
            <a:xfrm>
              <a:off x="1303863" y="3479799"/>
              <a:ext cx="1080000" cy="0"/>
            </a:xfrm>
            <a:prstGeom prst="line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7" name="TextBox 76">
                  <a:extLst>
                    <a:ext uri="{FF2B5EF4-FFF2-40B4-BE49-F238E27FC236}">
                      <a16:creationId xmlns:a16="http://schemas.microsoft.com/office/drawing/2014/main" id="{260EC98E-B2D6-FAC3-1B34-2D1C98AD62C9}"/>
                    </a:ext>
                  </a:extLst>
                </p:cNvPr>
                <p:cNvSpPr txBox="1"/>
                <p:nvPr/>
              </p:nvSpPr>
              <p:spPr>
                <a:xfrm>
                  <a:off x="1307186" y="3566729"/>
                  <a:ext cx="1077428" cy="276999"/>
                </a:xfrm>
                <a:prstGeom prst="rect">
                  <a:avLst/>
                </a:prstGeom>
                <a:noFill/>
              </p:spPr>
              <p:txBody>
                <a:bodyPr wrap="square" lIns="91440" tIns="45720" rIns="91440" bIns="45720" rtlCol="0" anchor="ctr">
                  <a:spAutoFit/>
                </a:bodyPr>
                <a:lstStyle/>
                <a:p>
                  <a:pPr algn="ctr"/>
                  <a:r>
                    <a:rPr lang="en-US" altLang="ko-KR" sz="1200" dirty="0">
                      <a:latin typeface="Times New Roman" panose="02020603050405020304" pitchFamily="18" charset="0"/>
                      <a:ea typeface="나눔스퀘어OTF" panose="020B0600000101010101" pitchFamily="34" charset="-127"/>
                      <a:cs typeface="Times New Roman" panose="02020603050405020304" pitchFamily="18" charset="0"/>
                    </a:rPr>
                    <a:t>ta = </a:t>
                  </a:r>
                  <a14:m>
                    <m:oMath xmlns:m="http://schemas.openxmlformats.org/officeDocument/2006/math">
                      <m:r>
                        <a:rPr lang="en-US" altLang="ko-KR" sz="1200" dirty="0">
                          <a:latin typeface="Cambria Math" panose="02040503050406030204" pitchFamily="18" charset="0"/>
                          <a:ea typeface="나눔스퀘어OTF" panose="020B0600000101010101" pitchFamily="34" charset="-127"/>
                          <a:cs typeface="Times New Roman" panose="02020603050405020304" pitchFamily="18" charset="0"/>
                        </a:rPr>
                        <m:t>∞</m:t>
                      </m:r>
                    </m:oMath>
                  </a14:m>
                  <a:endParaRPr lang="en-US" altLang="ko-KR" sz="1200" dirty="0">
                    <a:latin typeface="Times New Roman" panose="02020603050405020304" pitchFamily="18" charset="0"/>
                    <a:ea typeface="나눔스퀘어OTF" panose="020B0600000101010101" pitchFamily="34" charset="-127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77" name="TextBox 76">
                  <a:extLst>
                    <a:ext uri="{FF2B5EF4-FFF2-40B4-BE49-F238E27FC236}">
                      <a16:creationId xmlns:a16="http://schemas.microsoft.com/office/drawing/2014/main" id="{260EC98E-B2D6-FAC3-1B34-2D1C98AD62C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07186" y="3566729"/>
                  <a:ext cx="1077428" cy="276999"/>
                </a:xfrm>
                <a:prstGeom prst="rect">
                  <a:avLst/>
                </a:prstGeom>
                <a:blipFill>
                  <a:blip r:embed="rId3"/>
                  <a:stretch>
                    <a:fillRect t="-2222" b="-17778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02" name="그룹 101">
            <a:extLst>
              <a:ext uri="{FF2B5EF4-FFF2-40B4-BE49-F238E27FC236}">
                <a16:creationId xmlns:a16="http://schemas.microsoft.com/office/drawing/2014/main" id="{1339C7C9-8CDF-FEFB-4E33-7025492BD70C}"/>
              </a:ext>
            </a:extLst>
          </p:cNvPr>
          <p:cNvGrpSpPr/>
          <p:nvPr/>
        </p:nvGrpSpPr>
        <p:grpSpPr>
          <a:xfrm>
            <a:off x="4004843" y="2889000"/>
            <a:ext cx="1080751" cy="1080000"/>
            <a:chOff x="1303863" y="2939799"/>
            <a:chExt cx="1080751" cy="1080000"/>
          </a:xfrm>
        </p:grpSpPr>
        <p:sp>
          <p:nvSpPr>
            <p:cNvPr id="103" name="타원 102">
              <a:extLst>
                <a:ext uri="{FF2B5EF4-FFF2-40B4-BE49-F238E27FC236}">
                  <a16:creationId xmlns:a16="http://schemas.microsoft.com/office/drawing/2014/main" id="{BC86E964-2AE7-A11E-44E4-4855797166BF}"/>
                </a:ext>
              </a:extLst>
            </p:cNvPr>
            <p:cNvSpPr/>
            <p:nvPr/>
          </p:nvSpPr>
          <p:spPr>
            <a:xfrm>
              <a:off x="1303863" y="2939799"/>
              <a:ext cx="1080000" cy="1080000"/>
            </a:xfrm>
            <a:prstGeom prst="ellipse">
              <a:avLst/>
            </a:prstGeom>
            <a:solidFill>
              <a:schemeClr val="accent3">
                <a:lumMod val="20000"/>
                <a:lumOff val="80000"/>
              </a:schemeClr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 dirty="0">
                <a:solidFill>
                  <a:schemeClr val="tx1"/>
                </a:solidFill>
                <a:latin typeface="Times New Roman" panose="02020603050405020304" pitchFamily="18" charset="0"/>
                <a:ea typeface="나눔스퀘어OTF" panose="020B0600000101010101" pitchFamily="34" charset="-127"/>
                <a:cs typeface="Times New Roman" panose="02020603050405020304" pitchFamily="18" charset="0"/>
              </a:endParaRPr>
            </a:p>
          </p:txBody>
        </p:sp>
        <p:sp>
          <p:nvSpPr>
            <p:cNvPr id="104" name="TextBox 103">
              <a:extLst>
                <a:ext uri="{FF2B5EF4-FFF2-40B4-BE49-F238E27FC236}">
                  <a16:creationId xmlns:a16="http://schemas.microsoft.com/office/drawing/2014/main" id="{265C6D20-0959-5313-CE9B-E52FDA6397D0}"/>
                </a:ext>
              </a:extLst>
            </p:cNvPr>
            <p:cNvSpPr txBox="1"/>
            <p:nvPr/>
          </p:nvSpPr>
          <p:spPr>
            <a:xfrm>
              <a:off x="1304847" y="3123944"/>
              <a:ext cx="1078030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3600" tIns="45720" rIns="3600" bIns="45720" rtlCol="0" anchor="ctr">
              <a:spAutoFit/>
            </a:bodyPr>
            <a:lstStyle/>
            <a:p>
              <a:pPr algn="ctr"/>
              <a:r>
                <a:rPr lang="en-US" altLang="ko-KR" sz="1200" dirty="0">
                  <a:latin typeface="Times New Roman" panose="02020603050405020304" pitchFamily="18" charset="0"/>
                  <a:ea typeface="나눔스퀘어OTF"/>
                  <a:cs typeface="Times New Roman" panose="02020603050405020304" pitchFamily="18" charset="0"/>
                </a:rPr>
                <a:t>GEN</a:t>
              </a:r>
              <a:endParaRPr lang="en-US" altLang="ko-KR" sz="1200" dirty="0">
                <a:latin typeface="Times New Roman" panose="02020603050405020304" pitchFamily="18" charset="0"/>
                <a:ea typeface="나눔스퀘어OTF" panose="020B0600000101010101" pitchFamily="34" charset="-127"/>
                <a:cs typeface="Times New Roman" panose="02020603050405020304" pitchFamily="18" charset="0"/>
              </a:endParaRPr>
            </a:p>
          </p:txBody>
        </p:sp>
        <p:cxnSp>
          <p:nvCxnSpPr>
            <p:cNvPr id="105" name="직선 연결선 104">
              <a:extLst>
                <a:ext uri="{FF2B5EF4-FFF2-40B4-BE49-F238E27FC236}">
                  <a16:creationId xmlns:a16="http://schemas.microsoft.com/office/drawing/2014/main" id="{5944DCF9-0A2B-87A4-CC67-58AF2617F487}"/>
                </a:ext>
              </a:extLst>
            </p:cNvPr>
            <p:cNvCxnSpPr>
              <a:cxnSpLocks/>
              <a:stCxn id="103" idx="2"/>
              <a:endCxn id="103" idx="6"/>
            </p:cNvCxnSpPr>
            <p:nvPr/>
          </p:nvCxnSpPr>
          <p:spPr>
            <a:xfrm>
              <a:off x="1303863" y="3479799"/>
              <a:ext cx="1080000" cy="0"/>
            </a:xfrm>
            <a:prstGeom prst="line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6" name="TextBox 105">
                  <a:extLst>
                    <a:ext uri="{FF2B5EF4-FFF2-40B4-BE49-F238E27FC236}">
                      <a16:creationId xmlns:a16="http://schemas.microsoft.com/office/drawing/2014/main" id="{A42E0AA8-5E8D-91EC-4AE2-8C15A877E7B3}"/>
                    </a:ext>
                  </a:extLst>
                </p:cNvPr>
                <p:cNvSpPr txBox="1"/>
                <p:nvPr/>
              </p:nvSpPr>
              <p:spPr>
                <a:xfrm>
                  <a:off x="1307186" y="3566731"/>
                  <a:ext cx="1077428" cy="276999"/>
                </a:xfrm>
                <a:prstGeom prst="rect">
                  <a:avLst/>
                </a:prstGeom>
                <a:noFill/>
              </p:spPr>
              <p:txBody>
                <a:bodyPr wrap="square" lIns="91440" tIns="45720" rIns="91440" bIns="45720" rtlCol="0" anchor="ctr">
                  <a:spAutoFit/>
                </a:bodyPr>
                <a:lstStyle/>
                <a:p>
                  <a:pPr algn="ctr"/>
                  <a:r>
                    <a:rPr lang="en-US" altLang="ko-KR" sz="1200" dirty="0">
                      <a:latin typeface="Times New Roman" panose="02020603050405020304" pitchFamily="18" charset="0"/>
                      <a:ea typeface="나눔스퀘어OTF" panose="020B0600000101010101" pitchFamily="34" charset="-127"/>
                      <a:cs typeface="Times New Roman" panose="02020603050405020304" pitchFamily="18" charset="0"/>
                    </a:rPr>
                    <a:t>ta =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ko-KR" sz="1200" i="1">
                              <a:latin typeface="Cambria Math" panose="02040503050406030204" pitchFamily="18" charset="0"/>
                              <a:ea typeface="나눔스퀘어OTF" panose="020B0600000101010101" pitchFamily="34" charset="-127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ko-KR" sz="1200">
                              <a:latin typeface="Cambria Math" panose="02040503050406030204" pitchFamily="18" charset="0"/>
                              <a:ea typeface="나눔스퀘어OTF" panose="020B0600000101010101" pitchFamily="34" charset="-127"/>
                              <a:cs typeface="Times New Roman" panose="02020603050405020304" pitchFamily="18" charset="0"/>
                            </a:rPr>
                            <m:t>t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ko-KR" sz="1200">
                              <a:latin typeface="Cambria Math" panose="02040503050406030204" pitchFamily="18" charset="0"/>
                              <a:ea typeface="나눔스퀘어OTF" panose="020B0600000101010101" pitchFamily="34" charset="-127"/>
                              <a:cs typeface="Times New Roman" panose="02020603050405020304" pitchFamily="18" charset="0"/>
                            </a:rPr>
                            <m:t>GEN</m:t>
                          </m:r>
                        </m:sub>
                      </m:sSub>
                    </m:oMath>
                  </a14:m>
                  <a:endParaRPr lang="en-US" altLang="ko-KR" sz="1200" dirty="0">
                    <a:latin typeface="Times New Roman" panose="02020603050405020304" pitchFamily="18" charset="0"/>
                    <a:ea typeface="나눔스퀘어OTF" panose="020B0600000101010101" pitchFamily="34" charset="-127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06" name="TextBox 105">
                  <a:extLst>
                    <a:ext uri="{FF2B5EF4-FFF2-40B4-BE49-F238E27FC236}">
                      <a16:creationId xmlns:a16="http://schemas.microsoft.com/office/drawing/2014/main" id="{A42E0AA8-5E8D-91EC-4AE2-8C15A877E7B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07186" y="3566731"/>
                  <a:ext cx="1077428" cy="276999"/>
                </a:xfrm>
                <a:prstGeom prst="rect">
                  <a:avLst/>
                </a:prstGeom>
                <a:blipFill>
                  <a:blip r:embed="rId4"/>
                  <a:stretch>
                    <a:fillRect t="-2222" b="-17778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9" name="직선 화살표 연결선 8">
            <a:extLst>
              <a:ext uri="{FF2B5EF4-FFF2-40B4-BE49-F238E27FC236}">
                <a16:creationId xmlns:a16="http://schemas.microsoft.com/office/drawing/2014/main" id="{913C274D-98E7-7B7A-DDD2-476C06D558EA}"/>
              </a:ext>
            </a:extLst>
          </p:cNvPr>
          <p:cNvCxnSpPr>
            <a:cxnSpLocks/>
            <a:stCxn id="103" idx="6"/>
            <a:endCxn id="74" idx="2"/>
          </p:cNvCxnSpPr>
          <p:nvPr/>
        </p:nvCxnSpPr>
        <p:spPr>
          <a:xfrm>
            <a:off x="5084843" y="3429000"/>
            <a:ext cx="1925643" cy="0"/>
          </a:xfrm>
          <a:prstGeom prst="straightConnector1">
            <a:avLst/>
          </a:prstGeom>
          <a:ln w="12700">
            <a:solidFill>
              <a:schemeClr val="tx1"/>
            </a:solidFill>
            <a:prstDash val="dash"/>
            <a:headEnd w="sm" len="sm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36E2358E-1398-5F0C-04E1-D403D2AC0CF0}"/>
              </a:ext>
            </a:extLst>
          </p:cNvPr>
          <p:cNvSpPr txBox="1"/>
          <p:nvPr/>
        </p:nvSpPr>
        <p:spPr>
          <a:xfrm>
            <a:off x="3274648" y="2402341"/>
            <a:ext cx="1688051" cy="2616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en-US" altLang="ko-KR" sz="1100" b="1" dirty="0">
                <a:latin typeface="Times New Roman" panose="02020603050405020304" pitchFamily="18" charset="0"/>
                <a:ea typeface="나눔스퀘어OTF" panose="020B0600000101010101" pitchFamily="34" charset="-127"/>
                <a:cs typeface="Times New Roman" panose="02020603050405020304" pitchFamily="18" charset="0"/>
              </a:rPr>
              <a:t>! </a:t>
            </a:r>
            <a:r>
              <a:rPr lang="en-US" altLang="ko-KR" sz="1100" b="1" dirty="0" err="1">
                <a:latin typeface="Times New Roman" panose="02020603050405020304" pitchFamily="18" charset="0"/>
                <a:ea typeface="나눔스퀘어OTF" panose="020B0600000101010101" pitchFamily="34" charset="-127"/>
                <a:cs typeface="Times New Roman" panose="02020603050405020304" pitchFamily="18" charset="0"/>
              </a:rPr>
              <a:t>supply_order_to_MCS</a:t>
            </a:r>
            <a:endParaRPr lang="ko-KR" altLang="en-US" sz="1100" b="1" dirty="0">
              <a:latin typeface="Times New Roman" panose="02020603050405020304" pitchFamily="18" charset="0"/>
              <a:ea typeface="나눔스퀘어OTF" panose="020B0600000101010101" pitchFamily="34" charset="-127"/>
              <a:cs typeface="Times New Roman" panose="02020603050405020304" pitchFamily="18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CF5DB7E-081B-15A1-9566-599754D8F068}"/>
              </a:ext>
            </a:extLst>
          </p:cNvPr>
          <p:cNvSpPr txBox="1"/>
          <p:nvPr/>
        </p:nvSpPr>
        <p:spPr>
          <a:xfrm>
            <a:off x="5322462" y="3080461"/>
            <a:ext cx="1547076" cy="276999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en-US" altLang="ko-KR" sz="1200" dirty="0">
                <a:latin typeface="Times New Roman" panose="02020603050405020304" pitchFamily="18" charset="0"/>
                <a:ea typeface="나눔스퀘어OTF" panose="020B0600000101010101" pitchFamily="34" charset="-127"/>
                <a:cs typeface="Times New Roman" panose="02020603050405020304" pitchFamily="18" charset="0"/>
              </a:rPr>
              <a:t>@ </a:t>
            </a:r>
            <a:r>
              <a:rPr lang="en-US" altLang="ko-KR" sz="1200" i="1" dirty="0" err="1">
                <a:latin typeface="Times New Roman" panose="02020603050405020304" pitchFamily="18" charset="0"/>
                <a:ea typeface="나눔스퀘어OTF" panose="020B0600000101010101" pitchFamily="34" charset="-127"/>
                <a:cs typeface="Times New Roman" panose="02020603050405020304" pitchFamily="18" charset="0"/>
              </a:rPr>
              <a:t>GenerationDone</a:t>
            </a:r>
            <a:endParaRPr lang="en-US" altLang="ko-KR" sz="1200" i="1" dirty="0">
              <a:latin typeface="Times New Roman" panose="02020603050405020304" pitchFamily="18" charset="0"/>
              <a:ea typeface="나눔스퀘어OTF" panose="020B0600000101010101" pitchFamily="34" charset="-127"/>
              <a:cs typeface="Times New Roman" panose="02020603050405020304" pitchFamily="18" charset="0"/>
            </a:endParaRPr>
          </a:p>
        </p:txBody>
      </p:sp>
      <p:cxnSp>
        <p:nvCxnSpPr>
          <p:cNvPr id="6" name="연결선: 꺾임 5">
            <a:extLst>
              <a:ext uri="{FF2B5EF4-FFF2-40B4-BE49-F238E27FC236}">
                <a16:creationId xmlns:a16="http://schemas.microsoft.com/office/drawing/2014/main" id="{DD05B19F-0D0A-9725-3559-2D71935A13AE}"/>
              </a:ext>
            </a:extLst>
          </p:cNvPr>
          <p:cNvCxnSpPr>
            <a:stCxn id="103" idx="0"/>
            <a:endCxn id="104" idx="1"/>
          </p:cNvCxnSpPr>
          <p:nvPr/>
        </p:nvCxnSpPr>
        <p:spPr>
          <a:xfrm rot="16200000" flipH="1" flipV="1">
            <a:off x="4114012" y="2780814"/>
            <a:ext cx="322645" cy="539016"/>
          </a:xfrm>
          <a:prstGeom prst="bentConnector4">
            <a:avLst>
              <a:gd name="adj1" fmla="val -70852"/>
              <a:gd name="adj2" fmla="val 142593"/>
            </a:avLst>
          </a:prstGeom>
          <a:ln w="1270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848970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9CBE02-C69C-22A8-42CA-8C7F278BD8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9CCF59D-D137-4F6A-68EB-930E14372236}"/>
              </a:ext>
            </a:extLst>
          </p:cNvPr>
          <p:cNvSpPr txBox="1"/>
          <p:nvPr/>
        </p:nvSpPr>
        <p:spPr>
          <a:xfrm>
            <a:off x="461961" y="166607"/>
            <a:ext cx="8266403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000" dirty="0">
                <a:solidFill>
                  <a:srgbClr val="1A236F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Atomic Model Diagram </a:t>
            </a:r>
            <a:r>
              <a:rPr lang="en-US" altLang="ko-KR" sz="2000" dirty="0">
                <a:solidFill>
                  <a:srgbClr val="1A236F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– Item Generator</a:t>
            </a:r>
          </a:p>
        </p:txBody>
      </p:sp>
      <p:sp>
        <p:nvSpPr>
          <p:cNvPr id="284" name="직사각형 283">
            <a:extLst>
              <a:ext uri="{FF2B5EF4-FFF2-40B4-BE49-F238E27FC236}">
                <a16:creationId xmlns:a16="http://schemas.microsoft.com/office/drawing/2014/main" id="{989CCCF8-C085-C8E4-B097-FEACD68DDD47}"/>
              </a:ext>
            </a:extLst>
          </p:cNvPr>
          <p:cNvSpPr/>
          <p:nvPr/>
        </p:nvSpPr>
        <p:spPr>
          <a:xfrm>
            <a:off x="2090798" y="923170"/>
            <a:ext cx="8010404" cy="46920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ko-KR" sz="2400" b="1" dirty="0">
                <a:solidFill>
                  <a:schemeClr val="tx1"/>
                </a:solidFill>
                <a:latin typeface="Times New Roman" panose="02020603050405020304" pitchFamily="18" charset="0"/>
                <a:ea typeface="나눔스퀘어OTF" panose="020B0600000101010101" pitchFamily="34" charset="-127"/>
                <a:cs typeface="Times New Roman" panose="02020603050405020304" pitchFamily="18" charset="0"/>
              </a:rPr>
              <a:t>Item Generator</a:t>
            </a:r>
          </a:p>
        </p:txBody>
      </p:sp>
      <p:grpSp>
        <p:nvGrpSpPr>
          <p:cNvPr id="51" name="그룹 50">
            <a:extLst>
              <a:ext uri="{FF2B5EF4-FFF2-40B4-BE49-F238E27FC236}">
                <a16:creationId xmlns:a16="http://schemas.microsoft.com/office/drawing/2014/main" id="{25D79779-10B2-DD18-9E13-977DAB2C69C3}"/>
              </a:ext>
            </a:extLst>
          </p:cNvPr>
          <p:cNvGrpSpPr/>
          <p:nvPr/>
        </p:nvGrpSpPr>
        <p:grpSpPr>
          <a:xfrm>
            <a:off x="10100450" y="1172742"/>
            <a:ext cx="2091550" cy="519006"/>
            <a:chOff x="10726447" y="1146766"/>
            <a:chExt cx="2091550" cy="519006"/>
          </a:xfrm>
        </p:grpSpPr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BC711DD2-50E7-8FF3-753F-10F41BE9649B}"/>
                </a:ext>
              </a:extLst>
            </p:cNvPr>
            <p:cNvSpPr txBox="1"/>
            <p:nvPr/>
          </p:nvSpPr>
          <p:spPr>
            <a:xfrm>
              <a:off x="10879695" y="1146766"/>
              <a:ext cx="1914347" cy="276999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 algn="r"/>
              <a:endParaRPr lang="ko-KR" altLang="en-US" sz="1200" dirty="0">
                <a:latin typeface="Times New Roman" panose="02020603050405020304" pitchFamily="18" charset="0"/>
                <a:ea typeface="나눔스퀘어OTF" panose="020B0600000101010101" pitchFamily="34" charset="-127"/>
                <a:cs typeface="Times New Roman" panose="02020603050405020304" pitchFamily="18" charset="0"/>
              </a:endParaRPr>
            </a:p>
          </p:txBody>
        </p:sp>
        <p:cxnSp>
          <p:nvCxnSpPr>
            <p:cNvPr id="53" name="직선 화살표 연결선 52">
              <a:extLst>
                <a:ext uri="{FF2B5EF4-FFF2-40B4-BE49-F238E27FC236}">
                  <a16:creationId xmlns:a16="http://schemas.microsoft.com/office/drawing/2014/main" id="{F3D2D0C8-2074-A065-2C28-20EA295DD83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726447" y="1665771"/>
              <a:ext cx="2091550" cy="1"/>
            </a:xfrm>
            <a:prstGeom prst="straightConnector1">
              <a:avLst/>
            </a:prstGeom>
            <a:ln w="28575">
              <a:solidFill>
                <a:schemeClr val="tx1"/>
              </a:solidFill>
              <a:prstDash val="solid"/>
              <a:headEnd type="non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4" name="TextBox 53">
            <a:extLst>
              <a:ext uri="{FF2B5EF4-FFF2-40B4-BE49-F238E27FC236}">
                <a16:creationId xmlns:a16="http://schemas.microsoft.com/office/drawing/2014/main" id="{BF8306E1-9C40-9F6F-0CD7-C059B77726AB}"/>
              </a:ext>
            </a:extLst>
          </p:cNvPr>
          <p:cNvSpPr txBox="1"/>
          <p:nvPr/>
        </p:nvSpPr>
        <p:spPr>
          <a:xfrm>
            <a:off x="10076495" y="1360045"/>
            <a:ext cx="2091549" cy="30777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ko-KR" sz="1400" dirty="0" err="1">
                <a:latin typeface="Times New Roman" panose="02020603050405020304" pitchFamily="18" charset="0"/>
                <a:ea typeface="나눔스퀘어OTF" panose="020B0600000101010101" pitchFamily="34" charset="-127"/>
                <a:cs typeface="Times New Roman" panose="02020603050405020304" pitchFamily="18" charset="0"/>
              </a:rPr>
              <a:t>item_update_to_mm</a:t>
            </a:r>
            <a:endParaRPr lang="ko-KR" altLang="en-US" sz="1200" dirty="0">
              <a:latin typeface="Times New Roman" panose="02020603050405020304" pitchFamily="18" charset="0"/>
              <a:ea typeface="나눔스퀘어OTF" panose="020B0600000101010101" pitchFamily="34" charset="-127"/>
              <a:cs typeface="Times New Roman" panose="02020603050405020304" pitchFamily="18" charset="0"/>
            </a:endParaRPr>
          </a:p>
        </p:txBody>
      </p:sp>
      <p:grpSp>
        <p:nvGrpSpPr>
          <p:cNvPr id="73" name="그룹 72">
            <a:extLst>
              <a:ext uri="{FF2B5EF4-FFF2-40B4-BE49-F238E27FC236}">
                <a16:creationId xmlns:a16="http://schemas.microsoft.com/office/drawing/2014/main" id="{942575C3-5D81-1C96-9AA3-4F84683A3681}"/>
              </a:ext>
            </a:extLst>
          </p:cNvPr>
          <p:cNvGrpSpPr/>
          <p:nvPr/>
        </p:nvGrpSpPr>
        <p:grpSpPr>
          <a:xfrm>
            <a:off x="7010486" y="2889000"/>
            <a:ext cx="1080751" cy="1080000"/>
            <a:chOff x="1303863" y="2939799"/>
            <a:chExt cx="1080751" cy="1080000"/>
          </a:xfrm>
        </p:grpSpPr>
        <p:sp>
          <p:nvSpPr>
            <p:cNvPr id="74" name="타원 73">
              <a:extLst>
                <a:ext uri="{FF2B5EF4-FFF2-40B4-BE49-F238E27FC236}">
                  <a16:creationId xmlns:a16="http://schemas.microsoft.com/office/drawing/2014/main" id="{921821EA-C4B2-79E9-E0D7-43D7D1E3C66C}"/>
                </a:ext>
              </a:extLst>
            </p:cNvPr>
            <p:cNvSpPr/>
            <p:nvPr/>
          </p:nvSpPr>
          <p:spPr>
            <a:xfrm>
              <a:off x="1303863" y="2939799"/>
              <a:ext cx="1080000" cy="1080000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 dirty="0">
                <a:solidFill>
                  <a:schemeClr val="tx1"/>
                </a:solidFill>
                <a:latin typeface="Times New Roman" panose="02020603050405020304" pitchFamily="18" charset="0"/>
                <a:ea typeface="나눔스퀘어OTF" panose="020B0600000101010101" pitchFamily="34" charset="-127"/>
                <a:cs typeface="Times New Roman" panose="02020603050405020304" pitchFamily="18" charset="0"/>
              </a:endParaRPr>
            </a:p>
          </p:txBody>
        </p:sp>
        <p:sp>
          <p:nvSpPr>
            <p:cNvPr id="75" name="TextBox 74">
              <a:extLst>
                <a:ext uri="{FF2B5EF4-FFF2-40B4-BE49-F238E27FC236}">
                  <a16:creationId xmlns:a16="http://schemas.microsoft.com/office/drawing/2014/main" id="{35960B93-D164-8DF6-43A6-481AC085BD72}"/>
                </a:ext>
              </a:extLst>
            </p:cNvPr>
            <p:cNvSpPr txBox="1"/>
            <p:nvPr/>
          </p:nvSpPr>
          <p:spPr>
            <a:xfrm>
              <a:off x="1304847" y="3123944"/>
              <a:ext cx="1078030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3600" tIns="45720" rIns="3600" bIns="45720" rtlCol="0" anchor="ctr">
              <a:spAutoFit/>
            </a:bodyPr>
            <a:lstStyle/>
            <a:p>
              <a:pPr algn="ctr"/>
              <a:r>
                <a:rPr lang="en-US" altLang="ko-KR" sz="1200" dirty="0">
                  <a:latin typeface="Times New Roman" panose="02020603050405020304" pitchFamily="18" charset="0"/>
                  <a:ea typeface="나눔스퀘어OTF" panose="020B0600000101010101" pitchFamily="34" charset="-127"/>
                  <a:cs typeface="Times New Roman" panose="02020603050405020304" pitchFamily="18" charset="0"/>
                </a:rPr>
                <a:t>SIM-DONE</a:t>
              </a:r>
            </a:p>
          </p:txBody>
        </p:sp>
        <p:cxnSp>
          <p:nvCxnSpPr>
            <p:cNvPr id="76" name="직선 연결선 75">
              <a:extLst>
                <a:ext uri="{FF2B5EF4-FFF2-40B4-BE49-F238E27FC236}">
                  <a16:creationId xmlns:a16="http://schemas.microsoft.com/office/drawing/2014/main" id="{4A82527F-3D35-9149-43FB-C8FE825AF43E}"/>
                </a:ext>
              </a:extLst>
            </p:cNvPr>
            <p:cNvCxnSpPr>
              <a:cxnSpLocks/>
              <a:stCxn id="74" idx="2"/>
              <a:endCxn id="74" idx="6"/>
            </p:cNvCxnSpPr>
            <p:nvPr/>
          </p:nvCxnSpPr>
          <p:spPr>
            <a:xfrm>
              <a:off x="1303863" y="3479799"/>
              <a:ext cx="1080000" cy="0"/>
            </a:xfrm>
            <a:prstGeom prst="line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7" name="TextBox 76">
                  <a:extLst>
                    <a:ext uri="{FF2B5EF4-FFF2-40B4-BE49-F238E27FC236}">
                      <a16:creationId xmlns:a16="http://schemas.microsoft.com/office/drawing/2014/main" id="{E29ECCA3-10AB-1291-EF92-0B9696A5F09D}"/>
                    </a:ext>
                  </a:extLst>
                </p:cNvPr>
                <p:cNvSpPr txBox="1"/>
                <p:nvPr/>
              </p:nvSpPr>
              <p:spPr>
                <a:xfrm>
                  <a:off x="1307186" y="3566729"/>
                  <a:ext cx="1077428" cy="276999"/>
                </a:xfrm>
                <a:prstGeom prst="rect">
                  <a:avLst/>
                </a:prstGeom>
                <a:noFill/>
              </p:spPr>
              <p:txBody>
                <a:bodyPr wrap="square" lIns="91440" tIns="45720" rIns="91440" bIns="45720" rtlCol="0" anchor="ctr">
                  <a:spAutoFit/>
                </a:bodyPr>
                <a:lstStyle/>
                <a:p>
                  <a:pPr algn="ctr"/>
                  <a:r>
                    <a:rPr lang="en-US" altLang="ko-KR" sz="1200" dirty="0">
                      <a:latin typeface="Times New Roman" panose="02020603050405020304" pitchFamily="18" charset="0"/>
                      <a:ea typeface="나눔스퀘어OTF" panose="020B0600000101010101" pitchFamily="34" charset="-127"/>
                      <a:cs typeface="Times New Roman" panose="02020603050405020304" pitchFamily="18" charset="0"/>
                    </a:rPr>
                    <a:t>ta = </a:t>
                  </a:r>
                  <a14:m>
                    <m:oMath xmlns:m="http://schemas.openxmlformats.org/officeDocument/2006/math">
                      <m:r>
                        <a:rPr lang="en-US" altLang="ko-KR" sz="1200" dirty="0">
                          <a:latin typeface="Cambria Math" panose="02040503050406030204" pitchFamily="18" charset="0"/>
                          <a:ea typeface="나눔스퀘어OTF" panose="020B0600000101010101" pitchFamily="34" charset="-127"/>
                          <a:cs typeface="Times New Roman" panose="02020603050405020304" pitchFamily="18" charset="0"/>
                        </a:rPr>
                        <m:t>∞</m:t>
                      </m:r>
                    </m:oMath>
                  </a14:m>
                  <a:endParaRPr lang="en-US" altLang="ko-KR" sz="1200" dirty="0">
                    <a:latin typeface="Times New Roman" panose="02020603050405020304" pitchFamily="18" charset="0"/>
                    <a:ea typeface="나눔스퀘어OTF" panose="020B0600000101010101" pitchFamily="34" charset="-127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77" name="TextBox 76">
                  <a:extLst>
                    <a:ext uri="{FF2B5EF4-FFF2-40B4-BE49-F238E27FC236}">
                      <a16:creationId xmlns:a16="http://schemas.microsoft.com/office/drawing/2014/main" id="{E29ECCA3-10AB-1291-EF92-0B9696A5F09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07186" y="3566729"/>
                  <a:ext cx="1077428" cy="276999"/>
                </a:xfrm>
                <a:prstGeom prst="rect">
                  <a:avLst/>
                </a:prstGeom>
                <a:blipFill>
                  <a:blip r:embed="rId3"/>
                  <a:stretch>
                    <a:fillRect t="-2222" b="-17778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02" name="그룹 101">
            <a:extLst>
              <a:ext uri="{FF2B5EF4-FFF2-40B4-BE49-F238E27FC236}">
                <a16:creationId xmlns:a16="http://schemas.microsoft.com/office/drawing/2014/main" id="{60CE6AB5-8AAC-BD2F-8ADA-78635F2AC326}"/>
              </a:ext>
            </a:extLst>
          </p:cNvPr>
          <p:cNvGrpSpPr/>
          <p:nvPr/>
        </p:nvGrpSpPr>
        <p:grpSpPr>
          <a:xfrm>
            <a:off x="4004843" y="2889000"/>
            <a:ext cx="1080751" cy="1080000"/>
            <a:chOff x="1303863" y="2939799"/>
            <a:chExt cx="1080751" cy="1080000"/>
          </a:xfrm>
        </p:grpSpPr>
        <p:sp>
          <p:nvSpPr>
            <p:cNvPr id="103" name="타원 102">
              <a:extLst>
                <a:ext uri="{FF2B5EF4-FFF2-40B4-BE49-F238E27FC236}">
                  <a16:creationId xmlns:a16="http://schemas.microsoft.com/office/drawing/2014/main" id="{7442D67D-6617-1F0D-B1F3-05D5D6B2F963}"/>
                </a:ext>
              </a:extLst>
            </p:cNvPr>
            <p:cNvSpPr/>
            <p:nvPr/>
          </p:nvSpPr>
          <p:spPr>
            <a:xfrm>
              <a:off x="1303863" y="2939799"/>
              <a:ext cx="1080000" cy="1080000"/>
            </a:xfrm>
            <a:prstGeom prst="ellipse">
              <a:avLst/>
            </a:prstGeom>
            <a:solidFill>
              <a:schemeClr val="accent3">
                <a:lumMod val="20000"/>
                <a:lumOff val="80000"/>
              </a:schemeClr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 dirty="0">
                <a:solidFill>
                  <a:schemeClr val="tx1"/>
                </a:solidFill>
                <a:latin typeface="Times New Roman" panose="02020603050405020304" pitchFamily="18" charset="0"/>
                <a:ea typeface="나눔스퀘어OTF" panose="020B0600000101010101" pitchFamily="34" charset="-127"/>
                <a:cs typeface="Times New Roman" panose="02020603050405020304" pitchFamily="18" charset="0"/>
              </a:endParaRPr>
            </a:p>
          </p:txBody>
        </p:sp>
        <p:sp>
          <p:nvSpPr>
            <p:cNvPr id="104" name="TextBox 103">
              <a:extLst>
                <a:ext uri="{FF2B5EF4-FFF2-40B4-BE49-F238E27FC236}">
                  <a16:creationId xmlns:a16="http://schemas.microsoft.com/office/drawing/2014/main" id="{1CD714F0-ADC0-B108-C54A-853B378CF8DA}"/>
                </a:ext>
              </a:extLst>
            </p:cNvPr>
            <p:cNvSpPr txBox="1"/>
            <p:nvPr/>
          </p:nvSpPr>
          <p:spPr>
            <a:xfrm>
              <a:off x="1304847" y="3123944"/>
              <a:ext cx="1078030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3600" tIns="45720" rIns="3600" bIns="45720" rtlCol="0" anchor="ctr">
              <a:spAutoFit/>
            </a:bodyPr>
            <a:lstStyle/>
            <a:p>
              <a:pPr algn="ctr"/>
              <a:r>
                <a:rPr lang="en-US" altLang="ko-KR" sz="1200" dirty="0">
                  <a:latin typeface="Times New Roman" panose="02020603050405020304" pitchFamily="18" charset="0"/>
                  <a:ea typeface="나눔스퀘어OTF"/>
                  <a:cs typeface="Times New Roman" panose="02020603050405020304" pitchFamily="18" charset="0"/>
                </a:rPr>
                <a:t>GEN</a:t>
              </a:r>
              <a:endParaRPr lang="en-US" altLang="ko-KR" sz="1200" dirty="0">
                <a:latin typeface="Times New Roman" panose="02020603050405020304" pitchFamily="18" charset="0"/>
                <a:ea typeface="나눔스퀘어OTF" panose="020B0600000101010101" pitchFamily="34" charset="-127"/>
                <a:cs typeface="Times New Roman" panose="02020603050405020304" pitchFamily="18" charset="0"/>
              </a:endParaRPr>
            </a:p>
          </p:txBody>
        </p:sp>
        <p:cxnSp>
          <p:nvCxnSpPr>
            <p:cNvPr id="105" name="직선 연결선 104">
              <a:extLst>
                <a:ext uri="{FF2B5EF4-FFF2-40B4-BE49-F238E27FC236}">
                  <a16:creationId xmlns:a16="http://schemas.microsoft.com/office/drawing/2014/main" id="{65E58B45-9897-2B22-A00C-0668F7D98774}"/>
                </a:ext>
              </a:extLst>
            </p:cNvPr>
            <p:cNvCxnSpPr>
              <a:cxnSpLocks/>
              <a:stCxn id="103" idx="2"/>
              <a:endCxn id="103" idx="6"/>
            </p:cNvCxnSpPr>
            <p:nvPr/>
          </p:nvCxnSpPr>
          <p:spPr>
            <a:xfrm>
              <a:off x="1303863" y="3479799"/>
              <a:ext cx="1080000" cy="0"/>
            </a:xfrm>
            <a:prstGeom prst="line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6" name="TextBox 105">
                  <a:extLst>
                    <a:ext uri="{FF2B5EF4-FFF2-40B4-BE49-F238E27FC236}">
                      <a16:creationId xmlns:a16="http://schemas.microsoft.com/office/drawing/2014/main" id="{7B0001AB-8D8E-D91B-3AF8-6F407668155D}"/>
                    </a:ext>
                  </a:extLst>
                </p:cNvPr>
                <p:cNvSpPr txBox="1"/>
                <p:nvPr/>
              </p:nvSpPr>
              <p:spPr>
                <a:xfrm>
                  <a:off x="1307186" y="3566731"/>
                  <a:ext cx="1077428" cy="276999"/>
                </a:xfrm>
                <a:prstGeom prst="rect">
                  <a:avLst/>
                </a:prstGeom>
                <a:noFill/>
              </p:spPr>
              <p:txBody>
                <a:bodyPr wrap="square" lIns="91440" tIns="45720" rIns="91440" bIns="45720" rtlCol="0" anchor="ctr">
                  <a:spAutoFit/>
                </a:bodyPr>
                <a:lstStyle/>
                <a:p>
                  <a:pPr algn="ctr"/>
                  <a:r>
                    <a:rPr lang="en-US" altLang="ko-KR" sz="1200" dirty="0">
                      <a:latin typeface="Times New Roman" panose="02020603050405020304" pitchFamily="18" charset="0"/>
                      <a:ea typeface="나눔스퀘어OTF" panose="020B0600000101010101" pitchFamily="34" charset="-127"/>
                      <a:cs typeface="Times New Roman" panose="02020603050405020304" pitchFamily="18" charset="0"/>
                    </a:rPr>
                    <a:t>ta =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ko-KR" sz="1200" i="1">
                              <a:latin typeface="Cambria Math" panose="02040503050406030204" pitchFamily="18" charset="0"/>
                              <a:ea typeface="나눔스퀘어OTF" panose="020B0600000101010101" pitchFamily="34" charset="-127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ko-KR" sz="1200">
                              <a:latin typeface="Cambria Math" panose="02040503050406030204" pitchFamily="18" charset="0"/>
                              <a:ea typeface="나눔스퀘어OTF" panose="020B0600000101010101" pitchFamily="34" charset="-127"/>
                              <a:cs typeface="Times New Roman" panose="02020603050405020304" pitchFamily="18" charset="0"/>
                            </a:rPr>
                            <m:t>t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ko-KR" sz="1200">
                              <a:latin typeface="Cambria Math" panose="02040503050406030204" pitchFamily="18" charset="0"/>
                              <a:ea typeface="나눔스퀘어OTF" panose="020B0600000101010101" pitchFamily="34" charset="-127"/>
                              <a:cs typeface="Times New Roman" panose="02020603050405020304" pitchFamily="18" charset="0"/>
                            </a:rPr>
                            <m:t>GEN</m:t>
                          </m:r>
                        </m:sub>
                      </m:sSub>
                    </m:oMath>
                  </a14:m>
                  <a:endParaRPr lang="en-US" altLang="ko-KR" sz="1200" dirty="0">
                    <a:latin typeface="Times New Roman" panose="02020603050405020304" pitchFamily="18" charset="0"/>
                    <a:ea typeface="나눔스퀘어OTF" panose="020B0600000101010101" pitchFamily="34" charset="-127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06" name="TextBox 105">
                  <a:extLst>
                    <a:ext uri="{FF2B5EF4-FFF2-40B4-BE49-F238E27FC236}">
                      <a16:creationId xmlns:a16="http://schemas.microsoft.com/office/drawing/2014/main" id="{7B0001AB-8D8E-D91B-3AF8-6F407668155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07186" y="3566731"/>
                  <a:ext cx="1077428" cy="276999"/>
                </a:xfrm>
                <a:prstGeom prst="rect">
                  <a:avLst/>
                </a:prstGeom>
                <a:blipFill>
                  <a:blip r:embed="rId4"/>
                  <a:stretch>
                    <a:fillRect t="-2222" b="-17778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9" name="직선 화살표 연결선 8">
            <a:extLst>
              <a:ext uri="{FF2B5EF4-FFF2-40B4-BE49-F238E27FC236}">
                <a16:creationId xmlns:a16="http://schemas.microsoft.com/office/drawing/2014/main" id="{D1E9D951-555E-A640-49D5-DE76AF692F96}"/>
              </a:ext>
            </a:extLst>
          </p:cNvPr>
          <p:cNvCxnSpPr>
            <a:cxnSpLocks/>
            <a:stCxn id="103" idx="6"/>
            <a:endCxn id="74" idx="2"/>
          </p:cNvCxnSpPr>
          <p:nvPr/>
        </p:nvCxnSpPr>
        <p:spPr>
          <a:xfrm>
            <a:off x="5084843" y="3429000"/>
            <a:ext cx="1925643" cy="0"/>
          </a:xfrm>
          <a:prstGeom prst="straightConnector1">
            <a:avLst/>
          </a:prstGeom>
          <a:ln w="12700">
            <a:solidFill>
              <a:schemeClr val="tx1"/>
            </a:solidFill>
            <a:prstDash val="dash"/>
            <a:headEnd w="sm" len="sm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E8EA51A1-12FF-7581-E9BE-58B1A6E22C78}"/>
              </a:ext>
            </a:extLst>
          </p:cNvPr>
          <p:cNvSpPr txBox="1"/>
          <p:nvPr/>
        </p:nvSpPr>
        <p:spPr>
          <a:xfrm>
            <a:off x="3345306" y="2387907"/>
            <a:ext cx="1513483" cy="2616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en-US" altLang="ko-KR" sz="1100" b="1" dirty="0">
                <a:latin typeface="Times New Roman" panose="02020603050405020304" pitchFamily="18" charset="0"/>
                <a:ea typeface="나눔스퀘어OTF" panose="020B0600000101010101" pitchFamily="34" charset="-127"/>
                <a:cs typeface="Times New Roman" panose="02020603050405020304" pitchFamily="18" charset="0"/>
              </a:rPr>
              <a:t>! </a:t>
            </a:r>
            <a:r>
              <a:rPr lang="en-US" altLang="ko-KR" sz="1100" b="1" dirty="0" err="1">
                <a:latin typeface="Times New Roman" panose="02020603050405020304" pitchFamily="18" charset="0"/>
                <a:ea typeface="나눔스퀘어OTF" panose="020B0600000101010101" pitchFamily="34" charset="-127"/>
                <a:cs typeface="Times New Roman" panose="02020603050405020304" pitchFamily="18" charset="0"/>
              </a:rPr>
              <a:t>item_update_to_mm</a:t>
            </a:r>
            <a:endParaRPr lang="ko-KR" altLang="en-US" sz="1100" b="1" dirty="0">
              <a:latin typeface="Times New Roman" panose="02020603050405020304" pitchFamily="18" charset="0"/>
              <a:ea typeface="나눔스퀘어OTF" panose="020B0600000101010101" pitchFamily="34" charset="-127"/>
              <a:cs typeface="Times New Roman" panose="02020603050405020304" pitchFamily="18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E8C9B97-9C47-6766-A234-69D041C7450C}"/>
              </a:ext>
            </a:extLst>
          </p:cNvPr>
          <p:cNvSpPr txBox="1"/>
          <p:nvPr/>
        </p:nvSpPr>
        <p:spPr>
          <a:xfrm>
            <a:off x="5322462" y="3080461"/>
            <a:ext cx="1547076" cy="276999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en-US" altLang="ko-KR" sz="1200" dirty="0">
                <a:latin typeface="Times New Roman" panose="02020603050405020304" pitchFamily="18" charset="0"/>
                <a:ea typeface="나눔스퀘어OTF" panose="020B0600000101010101" pitchFamily="34" charset="-127"/>
                <a:cs typeface="Times New Roman" panose="02020603050405020304" pitchFamily="18" charset="0"/>
              </a:rPr>
              <a:t>@ </a:t>
            </a:r>
            <a:r>
              <a:rPr lang="en-US" altLang="ko-KR" sz="1200" i="1" dirty="0" err="1">
                <a:latin typeface="Times New Roman" panose="02020603050405020304" pitchFamily="18" charset="0"/>
                <a:ea typeface="나눔스퀘어OTF" panose="020B0600000101010101" pitchFamily="34" charset="-127"/>
                <a:cs typeface="Times New Roman" panose="02020603050405020304" pitchFamily="18" charset="0"/>
              </a:rPr>
              <a:t>GenerationDone</a:t>
            </a:r>
            <a:endParaRPr lang="en-US" altLang="ko-KR" sz="1200" i="1" dirty="0">
              <a:latin typeface="Times New Roman" panose="02020603050405020304" pitchFamily="18" charset="0"/>
              <a:ea typeface="나눔스퀘어OTF" panose="020B0600000101010101" pitchFamily="34" charset="-127"/>
              <a:cs typeface="Times New Roman" panose="02020603050405020304" pitchFamily="18" charset="0"/>
            </a:endParaRPr>
          </a:p>
        </p:txBody>
      </p:sp>
      <p:cxnSp>
        <p:nvCxnSpPr>
          <p:cNvPr id="6" name="연결선: 꺾임 5">
            <a:extLst>
              <a:ext uri="{FF2B5EF4-FFF2-40B4-BE49-F238E27FC236}">
                <a16:creationId xmlns:a16="http://schemas.microsoft.com/office/drawing/2014/main" id="{8B911056-F535-0A4E-49C9-CB2870538A97}"/>
              </a:ext>
            </a:extLst>
          </p:cNvPr>
          <p:cNvCxnSpPr>
            <a:stCxn id="103" idx="0"/>
            <a:endCxn id="104" idx="1"/>
          </p:cNvCxnSpPr>
          <p:nvPr/>
        </p:nvCxnSpPr>
        <p:spPr>
          <a:xfrm rot="16200000" flipH="1" flipV="1">
            <a:off x="4114012" y="2780814"/>
            <a:ext cx="322645" cy="539016"/>
          </a:xfrm>
          <a:prstGeom prst="bentConnector4">
            <a:avLst>
              <a:gd name="adj1" fmla="val -70852"/>
              <a:gd name="adj2" fmla="val 142593"/>
            </a:avLst>
          </a:prstGeom>
          <a:ln w="1270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601402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5FDEC52-256B-4E2A-A3AB-84B8DEA43CF0}"/>
              </a:ext>
            </a:extLst>
          </p:cNvPr>
          <p:cNvSpPr txBox="1"/>
          <p:nvPr/>
        </p:nvSpPr>
        <p:spPr>
          <a:xfrm>
            <a:off x="461961" y="166607"/>
            <a:ext cx="8266403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000" dirty="0">
                <a:solidFill>
                  <a:srgbClr val="1A236F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Atomic Model Diagram </a:t>
            </a:r>
            <a:r>
              <a:rPr lang="en-US" altLang="ko-KR" sz="2000" dirty="0">
                <a:solidFill>
                  <a:srgbClr val="1A236F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– Schedule Manager (MCS)</a:t>
            </a:r>
          </a:p>
        </p:txBody>
      </p:sp>
      <p:sp>
        <p:nvSpPr>
          <p:cNvPr id="284" name="직사각형 283">
            <a:extLst>
              <a:ext uri="{FF2B5EF4-FFF2-40B4-BE49-F238E27FC236}">
                <a16:creationId xmlns:a16="http://schemas.microsoft.com/office/drawing/2014/main" id="{A20419FE-0A0F-EAAA-AC25-B331FBD2B4F7}"/>
              </a:ext>
            </a:extLst>
          </p:cNvPr>
          <p:cNvSpPr/>
          <p:nvPr/>
        </p:nvSpPr>
        <p:spPr>
          <a:xfrm>
            <a:off x="2090798" y="923170"/>
            <a:ext cx="8010404" cy="570879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ko-KR" sz="2400" b="1" dirty="0">
                <a:solidFill>
                  <a:schemeClr val="tx1"/>
                </a:solidFill>
                <a:latin typeface="Times New Roman" panose="02020603050405020304" pitchFamily="18" charset="0"/>
                <a:ea typeface="나눔스퀘어OTF" panose="020B0600000101010101" pitchFamily="34" charset="-127"/>
                <a:cs typeface="Times New Roman" panose="02020603050405020304" pitchFamily="18" charset="0"/>
              </a:rPr>
              <a:t>Schedule Manager (MCS)</a:t>
            </a:r>
          </a:p>
        </p:txBody>
      </p:sp>
      <p:cxnSp>
        <p:nvCxnSpPr>
          <p:cNvPr id="48" name="직선 화살표 연결선 47">
            <a:extLst>
              <a:ext uri="{FF2B5EF4-FFF2-40B4-BE49-F238E27FC236}">
                <a16:creationId xmlns:a16="http://schemas.microsoft.com/office/drawing/2014/main" id="{1380CFF9-7A16-4343-9C6D-567546228850}"/>
              </a:ext>
            </a:extLst>
          </p:cNvPr>
          <p:cNvCxnSpPr>
            <a:cxnSpLocks/>
          </p:cNvCxnSpPr>
          <p:nvPr/>
        </p:nvCxnSpPr>
        <p:spPr>
          <a:xfrm flipV="1">
            <a:off x="0" y="1682795"/>
            <a:ext cx="2091550" cy="1"/>
          </a:xfrm>
          <a:prstGeom prst="straightConnector1">
            <a:avLst/>
          </a:prstGeom>
          <a:ln w="28575">
            <a:solidFill>
              <a:schemeClr val="tx1"/>
            </a:solidFill>
            <a:prstDash val="solid"/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D4637EC6-F000-4F4C-A6EB-4DBF22684665}"/>
              </a:ext>
            </a:extLst>
          </p:cNvPr>
          <p:cNvSpPr txBox="1"/>
          <p:nvPr/>
        </p:nvSpPr>
        <p:spPr>
          <a:xfrm>
            <a:off x="-1502" y="1338039"/>
            <a:ext cx="2091549" cy="30777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r"/>
            <a:r>
              <a:rPr lang="en-US" altLang="ko-KR" sz="1400" dirty="0" err="1">
                <a:latin typeface="Times New Roman" panose="02020603050405020304" pitchFamily="18" charset="0"/>
                <a:ea typeface="나눔스퀘어OTF" panose="020B0600000101010101" pitchFamily="34" charset="-127"/>
                <a:cs typeface="Times New Roman" panose="02020603050405020304" pitchFamily="18" charset="0"/>
              </a:rPr>
              <a:t>supply_order_from_gen</a:t>
            </a:r>
            <a:endParaRPr lang="ko-KR" altLang="en-US" sz="1200" dirty="0">
              <a:latin typeface="Times New Roman" panose="02020603050405020304" pitchFamily="18" charset="0"/>
              <a:ea typeface="나눔스퀘어OTF" panose="020B0600000101010101" pitchFamily="34" charset="-127"/>
              <a:cs typeface="Times New Roman" panose="02020603050405020304" pitchFamily="18" charset="0"/>
            </a:endParaRPr>
          </a:p>
        </p:txBody>
      </p:sp>
      <p:cxnSp>
        <p:nvCxnSpPr>
          <p:cNvPr id="50" name="직선 화살표 연결선 49">
            <a:extLst>
              <a:ext uri="{FF2B5EF4-FFF2-40B4-BE49-F238E27FC236}">
                <a16:creationId xmlns:a16="http://schemas.microsoft.com/office/drawing/2014/main" id="{B80F3827-B4DF-4691-8FAA-81F609D84A78}"/>
              </a:ext>
            </a:extLst>
          </p:cNvPr>
          <p:cNvCxnSpPr>
            <a:cxnSpLocks/>
          </p:cNvCxnSpPr>
          <p:nvPr/>
        </p:nvCxnSpPr>
        <p:spPr>
          <a:xfrm flipV="1">
            <a:off x="10100450" y="2194857"/>
            <a:ext cx="2091550" cy="1"/>
          </a:xfrm>
          <a:prstGeom prst="straightConnector1">
            <a:avLst/>
          </a:prstGeom>
          <a:ln w="28575"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1" name="그룹 50">
            <a:extLst>
              <a:ext uri="{FF2B5EF4-FFF2-40B4-BE49-F238E27FC236}">
                <a16:creationId xmlns:a16="http://schemas.microsoft.com/office/drawing/2014/main" id="{B834F011-356B-4445-BD86-4DCC1BB69CED}"/>
              </a:ext>
            </a:extLst>
          </p:cNvPr>
          <p:cNvGrpSpPr/>
          <p:nvPr/>
        </p:nvGrpSpPr>
        <p:grpSpPr>
          <a:xfrm>
            <a:off x="10100450" y="1172742"/>
            <a:ext cx="2091550" cy="519006"/>
            <a:chOff x="10726447" y="1146766"/>
            <a:chExt cx="2091550" cy="519006"/>
          </a:xfrm>
        </p:grpSpPr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84ABCCC8-FEBC-4ADD-943A-A787DAB3A583}"/>
                </a:ext>
              </a:extLst>
            </p:cNvPr>
            <p:cNvSpPr txBox="1"/>
            <p:nvPr/>
          </p:nvSpPr>
          <p:spPr>
            <a:xfrm>
              <a:off x="10879695" y="1146766"/>
              <a:ext cx="1914347" cy="276999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 algn="r"/>
              <a:endParaRPr lang="ko-KR" altLang="en-US" sz="1200" dirty="0">
                <a:latin typeface="Times New Roman" panose="02020603050405020304" pitchFamily="18" charset="0"/>
                <a:ea typeface="나눔스퀘어OTF" panose="020B0600000101010101" pitchFamily="34" charset="-127"/>
                <a:cs typeface="Times New Roman" panose="02020603050405020304" pitchFamily="18" charset="0"/>
              </a:endParaRPr>
            </a:p>
          </p:txBody>
        </p:sp>
        <p:cxnSp>
          <p:nvCxnSpPr>
            <p:cNvPr id="53" name="직선 화살표 연결선 52">
              <a:extLst>
                <a:ext uri="{FF2B5EF4-FFF2-40B4-BE49-F238E27FC236}">
                  <a16:creationId xmlns:a16="http://schemas.microsoft.com/office/drawing/2014/main" id="{862E478E-C966-4ADA-8253-024805461D8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726447" y="1665771"/>
              <a:ext cx="2091550" cy="1"/>
            </a:xfrm>
            <a:prstGeom prst="straightConnector1">
              <a:avLst/>
            </a:prstGeom>
            <a:ln w="28575">
              <a:solidFill>
                <a:schemeClr val="tx1"/>
              </a:solidFill>
              <a:prstDash val="solid"/>
              <a:headEnd type="non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4" name="TextBox 53">
            <a:extLst>
              <a:ext uri="{FF2B5EF4-FFF2-40B4-BE49-F238E27FC236}">
                <a16:creationId xmlns:a16="http://schemas.microsoft.com/office/drawing/2014/main" id="{74E6781A-58CD-463B-9AAB-79F4315F3405}"/>
              </a:ext>
            </a:extLst>
          </p:cNvPr>
          <p:cNvSpPr txBox="1"/>
          <p:nvPr/>
        </p:nvSpPr>
        <p:spPr>
          <a:xfrm>
            <a:off x="10076495" y="1360045"/>
            <a:ext cx="2091549" cy="30777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ko-KR" sz="1400" dirty="0" err="1">
                <a:latin typeface="Times New Roman" panose="02020603050405020304" pitchFamily="18" charset="0"/>
                <a:ea typeface="나눔스퀘어OTF" panose="020B0600000101010101" pitchFamily="34" charset="-127"/>
                <a:cs typeface="Times New Roman" panose="02020603050405020304" pitchFamily="18" charset="0"/>
              </a:rPr>
              <a:t>m_req_to_mm</a:t>
            </a:r>
            <a:endParaRPr lang="ko-KR" altLang="en-US" sz="1200" dirty="0">
              <a:latin typeface="Times New Roman" panose="02020603050405020304" pitchFamily="18" charset="0"/>
              <a:ea typeface="나눔스퀘어OTF" panose="020B0600000101010101" pitchFamily="34" charset="-127"/>
              <a:cs typeface="Times New Roman" panose="02020603050405020304" pitchFamily="18" charset="0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4B4C01E7-5D2F-4AF4-95F7-09DCBF3738CA}"/>
              </a:ext>
            </a:extLst>
          </p:cNvPr>
          <p:cNvSpPr txBox="1"/>
          <p:nvPr/>
        </p:nvSpPr>
        <p:spPr>
          <a:xfrm>
            <a:off x="10076494" y="1852074"/>
            <a:ext cx="2091549" cy="30777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ko-KR" sz="1400" dirty="0" err="1">
                <a:latin typeface="Times New Roman" panose="02020603050405020304" pitchFamily="18" charset="0"/>
                <a:ea typeface="나눔스퀘어OTF" panose="020B0600000101010101" pitchFamily="34" charset="-127"/>
                <a:cs typeface="Times New Roman" panose="02020603050405020304" pitchFamily="18" charset="0"/>
              </a:rPr>
              <a:t>schedule_info_to_ACS</a:t>
            </a:r>
            <a:endParaRPr lang="ko-KR" altLang="en-US" sz="1200" dirty="0">
              <a:latin typeface="Times New Roman" panose="02020603050405020304" pitchFamily="18" charset="0"/>
              <a:ea typeface="나눔스퀘어OTF" panose="020B0600000101010101" pitchFamily="34" charset="-127"/>
              <a:cs typeface="Times New Roman" panose="02020603050405020304" pitchFamily="18" charset="0"/>
            </a:endParaRPr>
          </a:p>
        </p:txBody>
      </p:sp>
      <p:cxnSp>
        <p:nvCxnSpPr>
          <p:cNvPr id="69" name="직선 화살표 연결선 68">
            <a:extLst>
              <a:ext uri="{FF2B5EF4-FFF2-40B4-BE49-F238E27FC236}">
                <a16:creationId xmlns:a16="http://schemas.microsoft.com/office/drawing/2014/main" id="{3A0399A5-BD50-4B93-86C3-AF1C5AA5DB13}"/>
              </a:ext>
            </a:extLst>
          </p:cNvPr>
          <p:cNvCxnSpPr>
            <a:cxnSpLocks/>
          </p:cNvCxnSpPr>
          <p:nvPr/>
        </p:nvCxnSpPr>
        <p:spPr>
          <a:xfrm>
            <a:off x="6484426" y="2477482"/>
            <a:ext cx="2129969" cy="0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headEnd w="sm" len="sm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3" name="그룹 72">
            <a:extLst>
              <a:ext uri="{FF2B5EF4-FFF2-40B4-BE49-F238E27FC236}">
                <a16:creationId xmlns:a16="http://schemas.microsoft.com/office/drawing/2014/main" id="{E5C00C96-989E-426D-A8D8-AA288231BB04}"/>
              </a:ext>
            </a:extLst>
          </p:cNvPr>
          <p:cNvGrpSpPr/>
          <p:nvPr/>
        </p:nvGrpSpPr>
        <p:grpSpPr>
          <a:xfrm>
            <a:off x="8512351" y="2240489"/>
            <a:ext cx="1080751" cy="1080000"/>
            <a:chOff x="1303863" y="2939799"/>
            <a:chExt cx="1080751" cy="1080000"/>
          </a:xfrm>
        </p:grpSpPr>
        <p:sp>
          <p:nvSpPr>
            <p:cNvPr id="74" name="타원 73">
              <a:extLst>
                <a:ext uri="{FF2B5EF4-FFF2-40B4-BE49-F238E27FC236}">
                  <a16:creationId xmlns:a16="http://schemas.microsoft.com/office/drawing/2014/main" id="{DB123898-4DDD-4BCC-8384-812C1B99CCAB}"/>
                </a:ext>
              </a:extLst>
            </p:cNvPr>
            <p:cNvSpPr/>
            <p:nvPr/>
          </p:nvSpPr>
          <p:spPr>
            <a:xfrm>
              <a:off x="1303863" y="2939799"/>
              <a:ext cx="1080000" cy="1080000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 dirty="0">
                <a:solidFill>
                  <a:schemeClr val="tx1"/>
                </a:solidFill>
                <a:latin typeface="Times New Roman" panose="02020603050405020304" pitchFamily="18" charset="0"/>
                <a:ea typeface="나눔스퀘어OTF" panose="020B0600000101010101" pitchFamily="34" charset="-127"/>
                <a:cs typeface="Times New Roman" panose="02020603050405020304" pitchFamily="18" charset="0"/>
              </a:endParaRPr>
            </a:p>
          </p:txBody>
        </p:sp>
        <p:sp>
          <p:nvSpPr>
            <p:cNvPr id="75" name="TextBox 74">
              <a:extLst>
                <a:ext uri="{FF2B5EF4-FFF2-40B4-BE49-F238E27FC236}">
                  <a16:creationId xmlns:a16="http://schemas.microsoft.com/office/drawing/2014/main" id="{7835BAC5-C220-4BCF-B90C-A9360452D00F}"/>
                </a:ext>
              </a:extLst>
            </p:cNvPr>
            <p:cNvSpPr txBox="1"/>
            <p:nvPr/>
          </p:nvSpPr>
          <p:spPr>
            <a:xfrm>
              <a:off x="1304847" y="3123944"/>
              <a:ext cx="1078030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3600" tIns="45720" rIns="3600" bIns="45720" rtlCol="0" anchor="ctr">
              <a:spAutoFit/>
            </a:bodyPr>
            <a:lstStyle/>
            <a:p>
              <a:pPr algn="ctr"/>
              <a:r>
                <a:rPr lang="en-US" altLang="ko-KR" sz="1200" dirty="0">
                  <a:latin typeface="Times New Roman" panose="02020603050405020304" pitchFamily="18" charset="0"/>
                  <a:ea typeface="나눔스퀘어OTF" panose="020B0600000101010101" pitchFamily="34" charset="-127"/>
                  <a:cs typeface="Times New Roman" panose="02020603050405020304" pitchFamily="18" charset="0"/>
                </a:rPr>
                <a:t>REQUEST</a:t>
              </a:r>
            </a:p>
          </p:txBody>
        </p:sp>
        <p:cxnSp>
          <p:nvCxnSpPr>
            <p:cNvPr id="76" name="직선 연결선 75">
              <a:extLst>
                <a:ext uri="{FF2B5EF4-FFF2-40B4-BE49-F238E27FC236}">
                  <a16:creationId xmlns:a16="http://schemas.microsoft.com/office/drawing/2014/main" id="{14292CD2-2F81-4271-B533-93A2D44954C6}"/>
                </a:ext>
              </a:extLst>
            </p:cNvPr>
            <p:cNvCxnSpPr>
              <a:cxnSpLocks/>
              <a:stCxn id="74" idx="2"/>
              <a:endCxn id="74" idx="6"/>
            </p:cNvCxnSpPr>
            <p:nvPr/>
          </p:nvCxnSpPr>
          <p:spPr>
            <a:xfrm>
              <a:off x="1303863" y="3479799"/>
              <a:ext cx="1080000" cy="0"/>
            </a:xfrm>
            <a:prstGeom prst="line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id="{F520F381-77DA-4648-B215-1EC1E65C1802}"/>
                </a:ext>
              </a:extLst>
            </p:cNvPr>
            <p:cNvSpPr txBox="1"/>
            <p:nvPr/>
          </p:nvSpPr>
          <p:spPr>
            <a:xfrm>
              <a:off x="1307186" y="3566729"/>
              <a:ext cx="1077428" cy="276999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ctr">
              <a:spAutoFit/>
            </a:bodyPr>
            <a:lstStyle/>
            <a:p>
              <a:pPr algn="ctr"/>
              <a:r>
                <a:rPr lang="en-US" altLang="ko-KR" sz="1200" dirty="0">
                  <a:latin typeface="Times New Roman" panose="02020603050405020304" pitchFamily="18" charset="0"/>
                  <a:ea typeface="나눔스퀘어OTF" panose="020B0600000101010101" pitchFamily="34" charset="-127"/>
                  <a:cs typeface="Times New Roman" panose="02020603050405020304" pitchFamily="18" charset="0"/>
                </a:rPr>
                <a:t>ta = 0</a:t>
              </a:r>
            </a:p>
          </p:txBody>
        </p:sp>
      </p:grpSp>
      <p:grpSp>
        <p:nvGrpSpPr>
          <p:cNvPr id="102" name="그룹 101">
            <a:extLst>
              <a:ext uri="{FF2B5EF4-FFF2-40B4-BE49-F238E27FC236}">
                <a16:creationId xmlns:a16="http://schemas.microsoft.com/office/drawing/2014/main" id="{FA7D3270-1AF3-4646-B2F8-F313398BC0AC}"/>
              </a:ext>
            </a:extLst>
          </p:cNvPr>
          <p:cNvGrpSpPr/>
          <p:nvPr/>
        </p:nvGrpSpPr>
        <p:grpSpPr>
          <a:xfrm>
            <a:off x="5506708" y="2240489"/>
            <a:ext cx="1080751" cy="1080000"/>
            <a:chOff x="1303863" y="2939799"/>
            <a:chExt cx="1080751" cy="1080000"/>
          </a:xfrm>
        </p:grpSpPr>
        <p:sp>
          <p:nvSpPr>
            <p:cNvPr id="103" name="타원 102">
              <a:extLst>
                <a:ext uri="{FF2B5EF4-FFF2-40B4-BE49-F238E27FC236}">
                  <a16:creationId xmlns:a16="http://schemas.microsoft.com/office/drawing/2014/main" id="{FCE70154-E9E0-484A-A0C3-91E343F2A058}"/>
                </a:ext>
              </a:extLst>
            </p:cNvPr>
            <p:cNvSpPr/>
            <p:nvPr/>
          </p:nvSpPr>
          <p:spPr>
            <a:xfrm>
              <a:off x="1303863" y="2939799"/>
              <a:ext cx="1080000" cy="1080000"/>
            </a:xfrm>
            <a:prstGeom prst="ellipse">
              <a:avLst/>
            </a:prstGeom>
            <a:solidFill>
              <a:schemeClr val="accent3">
                <a:lumMod val="20000"/>
                <a:lumOff val="80000"/>
              </a:schemeClr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 dirty="0">
                <a:solidFill>
                  <a:schemeClr val="tx1"/>
                </a:solidFill>
                <a:latin typeface="Times New Roman" panose="02020603050405020304" pitchFamily="18" charset="0"/>
                <a:ea typeface="나눔스퀘어OTF" panose="020B0600000101010101" pitchFamily="34" charset="-127"/>
                <a:cs typeface="Times New Roman" panose="02020603050405020304" pitchFamily="18" charset="0"/>
              </a:endParaRPr>
            </a:p>
          </p:txBody>
        </p:sp>
        <p:sp>
          <p:nvSpPr>
            <p:cNvPr id="104" name="TextBox 103">
              <a:extLst>
                <a:ext uri="{FF2B5EF4-FFF2-40B4-BE49-F238E27FC236}">
                  <a16:creationId xmlns:a16="http://schemas.microsoft.com/office/drawing/2014/main" id="{84BF832B-B108-4355-8747-A15C8AE88354}"/>
                </a:ext>
              </a:extLst>
            </p:cNvPr>
            <p:cNvSpPr txBox="1"/>
            <p:nvPr/>
          </p:nvSpPr>
          <p:spPr>
            <a:xfrm>
              <a:off x="1304847" y="3123944"/>
              <a:ext cx="1078030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3600" tIns="45720" rIns="3600" bIns="45720" rtlCol="0" anchor="ctr">
              <a:spAutoFit/>
            </a:bodyPr>
            <a:lstStyle/>
            <a:p>
              <a:pPr algn="ctr"/>
              <a:r>
                <a:rPr lang="en-US" altLang="ko-KR" sz="1200" dirty="0">
                  <a:latin typeface="Times New Roman" panose="02020603050405020304" pitchFamily="18" charset="0"/>
                  <a:ea typeface="나눔스퀘어OTF"/>
                  <a:cs typeface="Times New Roman" panose="02020603050405020304" pitchFamily="18" charset="0"/>
                </a:rPr>
                <a:t>WAIT</a:t>
              </a:r>
              <a:endParaRPr lang="en-US" altLang="ko-KR" sz="1200" dirty="0">
                <a:latin typeface="Times New Roman" panose="02020603050405020304" pitchFamily="18" charset="0"/>
                <a:ea typeface="나눔스퀘어OTF" panose="020B0600000101010101" pitchFamily="34" charset="-127"/>
                <a:cs typeface="Times New Roman" panose="02020603050405020304" pitchFamily="18" charset="0"/>
              </a:endParaRPr>
            </a:p>
          </p:txBody>
        </p:sp>
        <p:cxnSp>
          <p:nvCxnSpPr>
            <p:cNvPr id="105" name="직선 연결선 104">
              <a:extLst>
                <a:ext uri="{FF2B5EF4-FFF2-40B4-BE49-F238E27FC236}">
                  <a16:creationId xmlns:a16="http://schemas.microsoft.com/office/drawing/2014/main" id="{16C784DC-FA02-4F30-91B0-0440F91A8D5A}"/>
                </a:ext>
              </a:extLst>
            </p:cNvPr>
            <p:cNvCxnSpPr>
              <a:cxnSpLocks/>
              <a:stCxn id="103" idx="2"/>
              <a:endCxn id="103" idx="6"/>
            </p:cNvCxnSpPr>
            <p:nvPr/>
          </p:nvCxnSpPr>
          <p:spPr>
            <a:xfrm>
              <a:off x="1303863" y="3479799"/>
              <a:ext cx="1080000" cy="0"/>
            </a:xfrm>
            <a:prstGeom prst="line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6" name="TextBox 105">
              <a:extLst>
                <a:ext uri="{FF2B5EF4-FFF2-40B4-BE49-F238E27FC236}">
                  <a16:creationId xmlns:a16="http://schemas.microsoft.com/office/drawing/2014/main" id="{5439EA94-778B-469A-ACAE-E1B4E64C9F8D}"/>
                </a:ext>
              </a:extLst>
            </p:cNvPr>
            <p:cNvSpPr txBox="1"/>
            <p:nvPr/>
          </p:nvSpPr>
          <p:spPr>
            <a:xfrm>
              <a:off x="1307186" y="3566729"/>
              <a:ext cx="1077428" cy="276999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ctr">
              <a:spAutoFit/>
            </a:bodyPr>
            <a:lstStyle/>
            <a:p>
              <a:pPr algn="ctr"/>
              <a:r>
                <a:rPr lang="en-US" altLang="ko-KR" sz="1200" dirty="0">
                  <a:latin typeface="Times New Roman" panose="02020603050405020304" pitchFamily="18" charset="0"/>
                  <a:ea typeface="나눔스퀘어OTF" panose="020B0600000101010101" pitchFamily="34" charset="-127"/>
                  <a:cs typeface="Times New Roman" panose="02020603050405020304" pitchFamily="18" charset="0"/>
                </a:rPr>
                <a:t>ta = ∞</a:t>
              </a:r>
            </a:p>
          </p:txBody>
        </p:sp>
      </p:grpSp>
      <p:cxnSp>
        <p:nvCxnSpPr>
          <p:cNvPr id="78" name="직선 화살표 연결선 77">
            <a:extLst>
              <a:ext uri="{FF2B5EF4-FFF2-40B4-BE49-F238E27FC236}">
                <a16:creationId xmlns:a16="http://schemas.microsoft.com/office/drawing/2014/main" id="{2BC10E76-DC62-4B54-8A46-E7F855A2906E}"/>
              </a:ext>
            </a:extLst>
          </p:cNvPr>
          <p:cNvCxnSpPr>
            <a:cxnSpLocks/>
          </p:cNvCxnSpPr>
          <p:nvPr/>
        </p:nvCxnSpPr>
        <p:spPr>
          <a:xfrm flipV="1">
            <a:off x="-1503" y="2193138"/>
            <a:ext cx="2091550" cy="1"/>
          </a:xfrm>
          <a:prstGeom prst="straightConnector1">
            <a:avLst/>
          </a:prstGeom>
          <a:ln w="28575">
            <a:solidFill>
              <a:schemeClr val="tx1"/>
            </a:solidFill>
            <a:prstDash val="solid"/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TextBox 78">
            <a:extLst>
              <a:ext uri="{FF2B5EF4-FFF2-40B4-BE49-F238E27FC236}">
                <a16:creationId xmlns:a16="http://schemas.microsoft.com/office/drawing/2014/main" id="{DA9F11C3-86CA-4DD1-B015-54202B7644B1}"/>
              </a:ext>
            </a:extLst>
          </p:cNvPr>
          <p:cNvSpPr txBox="1"/>
          <p:nvPr/>
        </p:nvSpPr>
        <p:spPr>
          <a:xfrm>
            <a:off x="-1737" y="1867864"/>
            <a:ext cx="2091549" cy="30777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r"/>
            <a:r>
              <a:rPr lang="en-US" altLang="ko-KR" sz="1400" dirty="0" err="1">
                <a:latin typeface="Times New Roman" panose="02020603050405020304" pitchFamily="18" charset="0"/>
                <a:ea typeface="나눔스퀘어OTF" panose="020B0600000101010101" pitchFamily="34" charset="-127"/>
                <a:cs typeface="Times New Roman" panose="02020603050405020304" pitchFamily="18" charset="0"/>
              </a:rPr>
              <a:t>m_info_from_mm</a:t>
            </a:r>
            <a:endParaRPr lang="ko-KR" altLang="en-US" sz="1400" dirty="0">
              <a:latin typeface="Times New Roman" panose="02020603050405020304" pitchFamily="18" charset="0"/>
              <a:ea typeface="나눔스퀘어OTF" panose="020B0600000101010101" pitchFamily="34" charset="-127"/>
              <a:cs typeface="Times New Roman" panose="02020603050405020304" pitchFamily="18" charset="0"/>
            </a:endParaRP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CA7D2C20-3207-42C6-A0FE-3D9D3FA93F75}"/>
              </a:ext>
            </a:extLst>
          </p:cNvPr>
          <p:cNvSpPr txBox="1"/>
          <p:nvPr/>
        </p:nvSpPr>
        <p:spPr>
          <a:xfrm>
            <a:off x="6482885" y="2161055"/>
            <a:ext cx="2039121" cy="276999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en-US" altLang="ko-KR" sz="1200" b="1" dirty="0">
                <a:latin typeface="Times New Roman" panose="02020603050405020304" pitchFamily="18" charset="0"/>
                <a:ea typeface="나눔스퀘어OTF" panose="020B0600000101010101" pitchFamily="34" charset="-127"/>
                <a:cs typeface="Times New Roman" panose="02020603050405020304" pitchFamily="18" charset="0"/>
              </a:rPr>
              <a:t>? </a:t>
            </a:r>
            <a:r>
              <a:rPr lang="en-US" altLang="ko-KR" sz="1200" b="1" dirty="0" err="1">
                <a:latin typeface="Times New Roman" panose="02020603050405020304" pitchFamily="18" charset="0"/>
                <a:ea typeface="나눔스퀘어OTF" panose="020B0600000101010101" pitchFamily="34" charset="-127"/>
                <a:cs typeface="Times New Roman" panose="02020603050405020304" pitchFamily="18" charset="0"/>
              </a:rPr>
              <a:t>supply_order_from_gen</a:t>
            </a:r>
            <a:endParaRPr lang="ko-KR" altLang="en-US" sz="1100" b="1" dirty="0">
              <a:latin typeface="Times New Roman" panose="02020603050405020304" pitchFamily="18" charset="0"/>
              <a:ea typeface="나눔스퀘어OTF" panose="020B0600000101010101" pitchFamily="34" charset="-127"/>
              <a:cs typeface="Times New Roman" panose="02020603050405020304" pitchFamily="18" charset="0"/>
            </a:endParaRPr>
          </a:p>
        </p:txBody>
      </p:sp>
      <p:cxnSp>
        <p:nvCxnSpPr>
          <p:cNvPr id="3" name="직선 화살표 연결선 2">
            <a:extLst>
              <a:ext uri="{FF2B5EF4-FFF2-40B4-BE49-F238E27FC236}">
                <a16:creationId xmlns:a16="http://schemas.microsoft.com/office/drawing/2014/main" id="{B9E815C0-7B34-62FA-30B0-D5EE529EC211}"/>
              </a:ext>
            </a:extLst>
          </p:cNvPr>
          <p:cNvCxnSpPr>
            <a:cxnSpLocks/>
          </p:cNvCxnSpPr>
          <p:nvPr/>
        </p:nvCxnSpPr>
        <p:spPr>
          <a:xfrm flipV="1">
            <a:off x="234" y="2695031"/>
            <a:ext cx="2091550" cy="1"/>
          </a:xfrm>
          <a:prstGeom prst="straightConnector1">
            <a:avLst/>
          </a:prstGeom>
          <a:ln w="28575">
            <a:solidFill>
              <a:schemeClr val="tx1"/>
            </a:solidFill>
            <a:prstDash val="solid"/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79D62349-5C01-0A9B-200E-6A0AE4E0A93B}"/>
              </a:ext>
            </a:extLst>
          </p:cNvPr>
          <p:cNvSpPr txBox="1"/>
          <p:nvPr/>
        </p:nvSpPr>
        <p:spPr>
          <a:xfrm>
            <a:off x="-152262" y="2369757"/>
            <a:ext cx="2243811" cy="276999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r"/>
            <a:r>
              <a:rPr lang="en-US" altLang="ko-KR" sz="1200" dirty="0" err="1">
                <a:latin typeface="Times New Roman" panose="02020603050405020304" pitchFamily="18" charset="0"/>
                <a:ea typeface="나눔스퀘어OTF" panose="020B0600000101010101" pitchFamily="34" charset="-127"/>
                <a:cs typeface="Times New Roman" panose="02020603050405020304" pitchFamily="18" charset="0"/>
              </a:rPr>
              <a:t>item_depot_update_from_wk</a:t>
            </a:r>
            <a:endParaRPr lang="ko-KR" altLang="en-US" sz="1200" dirty="0">
              <a:latin typeface="Times New Roman" panose="02020603050405020304" pitchFamily="18" charset="0"/>
              <a:ea typeface="나눔스퀘어OTF" panose="020B0600000101010101" pitchFamily="34" charset="-127"/>
              <a:cs typeface="Times New Roman" panose="02020603050405020304" pitchFamily="18" charset="0"/>
            </a:endParaRPr>
          </a:p>
        </p:txBody>
      </p:sp>
      <p:cxnSp>
        <p:nvCxnSpPr>
          <p:cNvPr id="9" name="직선 화살표 연결선 8">
            <a:extLst>
              <a:ext uri="{FF2B5EF4-FFF2-40B4-BE49-F238E27FC236}">
                <a16:creationId xmlns:a16="http://schemas.microsoft.com/office/drawing/2014/main" id="{52EBB4A4-67ED-1224-BF38-1160550A4EFD}"/>
              </a:ext>
            </a:extLst>
          </p:cNvPr>
          <p:cNvCxnSpPr>
            <a:cxnSpLocks/>
          </p:cNvCxnSpPr>
          <p:nvPr/>
        </p:nvCxnSpPr>
        <p:spPr>
          <a:xfrm flipH="1">
            <a:off x="6484171" y="3089177"/>
            <a:ext cx="2129969" cy="0"/>
          </a:xfrm>
          <a:prstGeom prst="straightConnector1">
            <a:avLst/>
          </a:prstGeom>
          <a:ln w="12700">
            <a:solidFill>
              <a:schemeClr val="tx1"/>
            </a:solidFill>
            <a:prstDash val="dash"/>
            <a:headEnd w="sm" len="sm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F6F1F28A-7907-6EC2-06D3-4C844B242BA9}"/>
              </a:ext>
            </a:extLst>
          </p:cNvPr>
          <p:cNvSpPr txBox="1"/>
          <p:nvPr/>
        </p:nvSpPr>
        <p:spPr>
          <a:xfrm>
            <a:off x="6529594" y="3111493"/>
            <a:ext cx="2039121" cy="276999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en-US" altLang="ko-KR" sz="1200" b="1" dirty="0">
                <a:latin typeface="Times New Roman" panose="02020603050405020304" pitchFamily="18" charset="0"/>
                <a:ea typeface="나눔스퀘어OTF" panose="020B0600000101010101" pitchFamily="34" charset="-127"/>
                <a:cs typeface="Times New Roman" panose="02020603050405020304" pitchFamily="18" charset="0"/>
              </a:rPr>
              <a:t>! </a:t>
            </a:r>
            <a:r>
              <a:rPr lang="en-US" altLang="ko-KR" sz="1200" b="1" dirty="0" err="1">
                <a:latin typeface="Times New Roman" panose="02020603050405020304" pitchFamily="18" charset="0"/>
                <a:ea typeface="나눔스퀘어OTF" panose="020B0600000101010101" pitchFamily="34" charset="-127"/>
                <a:cs typeface="Times New Roman" panose="02020603050405020304" pitchFamily="18" charset="0"/>
              </a:rPr>
              <a:t>m_req_to_mm</a:t>
            </a:r>
            <a:endParaRPr lang="ko-KR" altLang="en-US" sz="1100" dirty="0">
              <a:latin typeface="Times New Roman" panose="02020603050405020304" pitchFamily="18" charset="0"/>
              <a:ea typeface="나눔스퀘어OTF" panose="020B0600000101010101" pitchFamily="34" charset="-127"/>
              <a:cs typeface="Times New Roman" panose="02020603050405020304" pitchFamily="18" charset="0"/>
            </a:endParaRPr>
          </a:p>
        </p:txBody>
      </p: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061D3662-E17E-0C6B-E47D-697A99C69192}"/>
              </a:ext>
            </a:extLst>
          </p:cNvPr>
          <p:cNvGrpSpPr/>
          <p:nvPr/>
        </p:nvGrpSpPr>
        <p:grpSpPr>
          <a:xfrm>
            <a:off x="2764052" y="2299554"/>
            <a:ext cx="1080751" cy="1080000"/>
            <a:chOff x="1303863" y="2939799"/>
            <a:chExt cx="1080751" cy="1080000"/>
          </a:xfrm>
        </p:grpSpPr>
        <p:sp>
          <p:nvSpPr>
            <p:cNvPr id="12" name="타원 11">
              <a:extLst>
                <a:ext uri="{FF2B5EF4-FFF2-40B4-BE49-F238E27FC236}">
                  <a16:creationId xmlns:a16="http://schemas.microsoft.com/office/drawing/2014/main" id="{48807D37-6D8A-F37F-673A-B2A55224071C}"/>
                </a:ext>
              </a:extLst>
            </p:cNvPr>
            <p:cNvSpPr/>
            <p:nvPr/>
          </p:nvSpPr>
          <p:spPr>
            <a:xfrm>
              <a:off x="1303863" y="2939799"/>
              <a:ext cx="1080000" cy="1080000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 dirty="0">
                <a:solidFill>
                  <a:schemeClr val="tx1"/>
                </a:solidFill>
                <a:latin typeface="Times New Roman" panose="02020603050405020304" pitchFamily="18" charset="0"/>
                <a:ea typeface="나눔스퀘어OTF" panose="020B0600000101010101" pitchFamily="34" charset="-127"/>
                <a:cs typeface="Times New Roman" panose="02020603050405020304" pitchFamily="18" charset="0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281204B1-244E-0FD1-D40E-ACAAEC3477FA}"/>
                </a:ext>
              </a:extLst>
            </p:cNvPr>
            <p:cNvSpPr txBox="1"/>
            <p:nvPr/>
          </p:nvSpPr>
          <p:spPr>
            <a:xfrm>
              <a:off x="1304847" y="3123944"/>
              <a:ext cx="1078030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3600" tIns="45720" rIns="3600" bIns="45720" rtlCol="0" anchor="ctr">
              <a:spAutoFit/>
            </a:bodyPr>
            <a:lstStyle/>
            <a:p>
              <a:pPr algn="ctr"/>
              <a:r>
                <a:rPr lang="en-US" altLang="ko-KR" sz="1200" dirty="0">
                  <a:latin typeface="Times New Roman" panose="02020603050405020304" pitchFamily="18" charset="0"/>
                  <a:ea typeface="나눔스퀘어OTF" panose="020B0600000101010101" pitchFamily="34" charset="-127"/>
                  <a:cs typeface="Times New Roman" panose="02020603050405020304" pitchFamily="18" charset="0"/>
                </a:rPr>
                <a:t>CHECK</a:t>
              </a:r>
            </a:p>
          </p:txBody>
        </p: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FC011B4D-B05E-8F54-29CA-11B51035884D}"/>
                </a:ext>
              </a:extLst>
            </p:cNvPr>
            <p:cNvCxnSpPr>
              <a:cxnSpLocks/>
              <a:stCxn id="12" idx="2"/>
              <a:endCxn id="12" idx="6"/>
            </p:cNvCxnSpPr>
            <p:nvPr/>
          </p:nvCxnSpPr>
          <p:spPr>
            <a:xfrm>
              <a:off x="1303863" y="3479799"/>
              <a:ext cx="1080000" cy="0"/>
            </a:xfrm>
            <a:prstGeom prst="line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758ED5E6-F421-D7B9-F21B-9C5A91470E66}"/>
                </a:ext>
              </a:extLst>
            </p:cNvPr>
            <p:cNvSpPr txBox="1"/>
            <p:nvPr/>
          </p:nvSpPr>
          <p:spPr>
            <a:xfrm>
              <a:off x="1307186" y="3566729"/>
              <a:ext cx="1077428" cy="276999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ctr">
              <a:spAutoFit/>
            </a:bodyPr>
            <a:lstStyle/>
            <a:p>
              <a:pPr algn="ctr"/>
              <a:r>
                <a:rPr lang="en-US" altLang="ko-KR" sz="1200" dirty="0">
                  <a:latin typeface="Times New Roman" panose="02020603050405020304" pitchFamily="18" charset="0"/>
                  <a:ea typeface="나눔스퀘어OTF" panose="020B0600000101010101" pitchFamily="34" charset="-127"/>
                  <a:cs typeface="Times New Roman" panose="02020603050405020304" pitchFamily="18" charset="0"/>
                </a:rPr>
                <a:t>ta = 0</a:t>
              </a:r>
            </a:p>
          </p:txBody>
        </p:sp>
      </p:grpSp>
      <p:cxnSp>
        <p:nvCxnSpPr>
          <p:cNvPr id="16" name="직선 화살표 연결선 15">
            <a:extLst>
              <a:ext uri="{FF2B5EF4-FFF2-40B4-BE49-F238E27FC236}">
                <a16:creationId xmlns:a16="http://schemas.microsoft.com/office/drawing/2014/main" id="{9F0A563A-E6A4-30B0-AF37-733A7CA8F6E9}"/>
              </a:ext>
            </a:extLst>
          </p:cNvPr>
          <p:cNvCxnSpPr>
            <a:cxnSpLocks/>
          </p:cNvCxnSpPr>
          <p:nvPr/>
        </p:nvCxnSpPr>
        <p:spPr>
          <a:xfrm flipH="1">
            <a:off x="3752278" y="3135245"/>
            <a:ext cx="1881633" cy="0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headEnd w="sm" len="sm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2C247BC4-DE0B-6FA3-8B64-345008E44D51}"/>
              </a:ext>
            </a:extLst>
          </p:cNvPr>
          <p:cNvSpPr txBox="1"/>
          <p:nvPr/>
        </p:nvSpPr>
        <p:spPr>
          <a:xfrm>
            <a:off x="3948851" y="3136112"/>
            <a:ext cx="1556196" cy="276999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en-US" altLang="ko-KR" sz="1200" b="1" dirty="0">
                <a:latin typeface="Times New Roman" panose="02020603050405020304" pitchFamily="18" charset="0"/>
                <a:ea typeface="나눔스퀘어OTF" panose="020B0600000101010101" pitchFamily="34" charset="-127"/>
                <a:cs typeface="Times New Roman" panose="02020603050405020304" pitchFamily="18" charset="0"/>
              </a:rPr>
              <a:t>? </a:t>
            </a:r>
            <a:r>
              <a:rPr lang="en-US" altLang="ko-KR" sz="1200" b="1" dirty="0" err="1">
                <a:latin typeface="Times New Roman" panose="02020603050405020304" pitchFamily="18" charset="0"/>
                <a:ea typeface="나눔스퀘어OTF" panose="020B0600000101010101" pitchFamily="34" charset="-127"/>
                <a:cs typeface="Times New Roman" panose="02020603050405020304" pitchFamily="18" charset="0"/>
              </a:rPr>
              <a:t>m_info_from_mm</a:t>
            </a:r>
            <a:endParaRPr lang="ko-KR" altLang="en-US" sz="1100" b="1" dirty="0">
              <a:latin typeface="Times New Roman" panose="02020603050405020304" pitchFamily="18" charset="0"/>
              <a:ea typeface="나눔스퀘어OTF" panose="020B0600000101010101" pitchFamily="34" charset="-127"/>
              <a:cs typeface="Times New Roman" panose="02020603050405020304" pitchFamily="18" charset="0"/>
            </a:endParaRPr>
          </a:p>
        </p:txBody>
      </p:sp>
      <p:cxnSp>
        <p:nvCxnSpPr>
          <p:cNvPr id="21" name="직선 화살표 연결선 20">
            <a:extLst>
              <a:ext uri="{FF2B5EF4-FFF2-40B4-BE49-F238E27FC236}">
                <a16:creationId xmlns:a16="http://schemas.microsoft.com/office/drawing/2014/main" id="{A2F35B04-A503-06DB-C199-B4DDB54EAF36}"/>
              </a:ext>
            </a:extLst>
          </p:cNvPr>
          <p:cNvCxnSpPr>
            <a:cxnSpLocks/>
          </p:cNvCxnSpPr>
          <p:nvPr/>
        </p:nvCxnSpPr>
        <p:spPr>
          <a:xfrm>
            <a:off x="3722405" y="2477482"/>
            <a:ext cx="1841990" cy="0"/>
          </a:xfrm>
          <a:prstGeom prst="straightConnector1">
            <a:avLst/>
          </a:prstGeom>
          <a:ln w="12700">
            <a:solidFill>
              <a:schemeClr val="tx1"/>
            </a:solidFill>
            <a:prstDash val="dash"/>
            <a:headEnd w="sm" len="sm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E8923B82-D653-3E83-2BF7-A66E10DC2288}"/>
              </a:ext>
            </a:extLst>
          </p:cNvPr>
          <p:cNvSpPr txBox="1"/>
          <p:nvPr/>
        </p:nvSpPr>
        <p:spPr>
          <a:xfrm>
            <a:off x="3709521" y="1550850"/>
            <a:ext cx="1854874" cy="4616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en-US" altLang="ko-KR" sz="1200" dirty="0">
                <a:latin typeface="Times New Roman" panose="02020603050405020304" pitchFamily="18" charset="0"/>
                <a:ea typeface="나눔스퀘어OTF" panose="020B0600000101010101" pitchFamily="34" charset="-127"/>
                <a:cs typeface="Times New Roman" panose="02020603050405020304" pitchFamily="18" charset="0"/>
              </a:rPr>
              <a:t>@</a:t>
            </a:r>
            <a:r>
              <a:rPr lang="en-US" altLang="ko-KR" sz="1200" b="1" dirty="0">
                <a:latin typeface="Times New Roman" panose="02020603050405020304" pitchFamily="18" charset="0"/>
                <a:ea typeface="나눔스퀘어OTF" panose="020B0600000101010101" pitchFamily="34" charset="-127"/>
                <a:cs typeface="Times New Roman" panose="02020603050405020304" pitchFamily="18" charset="0"/>
              </a:rPr>
              <a:t> </a:t>
            </a:r>
            <a:r>
              <a:rPr lang="en-US" altLang="ko-KR" sz="1200" i="1" dirty="0" err="1">
                <a:latin typeface="Times New Roman" panose="02020603050405020304" pitchFamily="18" charset="0"/>
                <a:ea typeface="나눔스퀘어OTF" panose="020B0600000101010101" pitchFamily="34" charset="-127"/>
                <a:cs typeface="Times New Roman" panose="02020603050405020304" pitchFamily="18" charset="0"/>
              </a:rPr>
              <a:t>HasItem</a:t>
            </a:r>
            <a:endParaRPr lang="en-US" altLang="ko-KR" sz="1200" i="1" dirty="0">
              <a:latin typeface="Times New Roman" panose="02020603050405020304" pitchFamily="18" charset="0"/>
              <a:ea typeface="나눔스퀘어OTF" panose="020B0600000101010101" pitchFamily="34" charset="-127"/>
              <a:cs typeface="Times New Roman" panose="02020603050405020304" pitchFamily="18" charset="0"/>
            </a:endParaRPr>
          </a:p>
          <a:p>
            <a:pPr algn="ctr"/>
            <a:r>
              <a:rPr lang="en-US" altLang="ko-KR" sz="1200" b="1" dirty="0">
                <a:latin typeface="Times New Roman" panose="02020603050405020304" pitchFamily="18" charset="0"/>
                <a:ea typeface="나눔스퀘어OTF" panose="020B0600000101010101" pitchFamily="34" charset="-127"/>
                <a:cs typeface="Times New Roman" panose="02020603050405020304" pitchFamily="18" charset="0"/>
              </a:rPr>
              <a:t>! </a:t>
            </a:r>
            <a:r>
              <a:rPr lang="en-US" altLang="ko-KR" sz="1200" b="1" dirty="0" err="1">
                <a:latin typeface="Times New Roman" panose="02020603050405020304" pitchFamily="18" charset="0"/>
                <a:ea typeface="나눔스퀘어OTF" panose="020B0600000101010101" pitchFamily="34" charset="-127"/>
                <a:cs typeface="Times New Roman" panose="02020603050405020304" pitchFamily="18" charset="0"/>
              </a:rPr>
              <a:t>Schedule_info_to_ACS</a:t>
            </a:r>
            <a:endParaRPr lang="ko-KR" altLang="en-US" sz="1100" b="1" dirty="0">
              <a:latin typeface="Times New Roman" panose="02020603050405020304" pitchFamily="18" charset="0"/>
              <a:ea typeface="나눔스퀘어OTF" panose="020B0600000101010101" pitchFamily="34" charset="-127"/>
              <a:cs typeface="Times New Roman" panose="02020603050405020304" pitchFamily="18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7A090D1-5403-17FA-8A83-79A01B59A85B}"/>
              </a:ext>
            </a:extLst>
          </p:cNvPr>
          <p:cNvSpPr txBox="1"/>
          <p:nvPr/>
        </p:nvSpPr>
        <p:spPr>
          <a:xfrm>
            <a:off x="3824520" y="2017801"/>
            <a:ext cx="1527058" cy="4616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en-US" altLang="ko-KR" sz="1200" dirty="0">
                <a:latin typeface="Times New Roman" panose="02020603050405020304" pitchFamily="18" charset="0"/>
                <a:ea typeface="나눔스퀘어OTF" panose="020B0600000101010101" pitchFamily="34" charset="-127"/>
                <a:cs typeface="Times New Roman" panose="02020603050405020304" pitchFamily="18" charset="0"/>
              </a:rPr>
              <a:t>@ </a:t>
            </a:r>
            <a:r>
              <a:rPr lang="en-US" altLang="ko-KR" sz="1200" i="1" dirty="0" err="1">
                <a:latin typeface="Times New Roman" panose="02020603050405020304" pitchFamily="18" charset="0"/>
                <a:ea typeface="나눔스퀘어OTF" panose="020B0600000101010101" pitchFamily="34" charset="-127"/>
                <a:cs typeface="Times New Roman" panose="02020603050405020304" pitchFamily="18" charset="0"/>
              </a:rPr>
              <a:t>NoItem</a:t>
            </a:r>
            <a:endParaRPr lang="en-US" altLang="ko-KR" sz="1200" i="1" dirty="0">
              <a:latin typeface="Times New Roman" panose="02020603050405020304" pitchFamily="18" charset="0"/>
              <a:ea typeface="나눔스퀘어OTF" panose="020B0600000101010101" pitchFamily="34" charset="-127"/>
              <a:cs typeface="Times New Roman" panose="02020603050405020304" pitchFamily="18" charset="0"/>
            </a:endParaRPr>
          </a:p>
          <a:p>
            <a:pPr algn="ctr"/>
            <a:r>
              <a:rPr lang="en-US" altLang="ko-KR" sz="1200" i="1" dirty="0">
                <a:latin typeface="Times New Roman" panose="02020603050405020304" pitchFamily="18" charset="0"/>
                <a:ea typeface="나눔스퀘어OTF" panose="020B0600000101010101" pitchFamily="34" charset="-127"/>
                <a:cs typeface="Times New Roman" panose="02020603050405020304" pitchFamily="18" charset="0"/>
              </a:rPr>
              <a:t>/ queue( )</a:t>
            </a:r>
            <a:endParaRPr lang="ko-KR" altLang="en-US" sz="1100" i="1" dirty="0">
              <a:latin typeface="Times New Roman" panose="02020603050405020304" pitchFamily="18" charset="0"/>
              <a:ea typeface="나눔스퀘어OTF" panose="020B0600000101010101" pitchFamily="34" charset="-127"/>
              <a:cs typeface="Times New Roman" panose="02020603050405020304" pitchFamily="18" charset="0"/>
            </a:endParaRPr>
          </a:p>
        </p:txBody>
      </p:sp>
      <p:grpSp>
        <p:nvGrpSpPr>
          <p:cNvPr id="30" name="그룹 29">
            <a:extLst>
              <a:ext uri="{FF2B5EF4-FFF2-40B4-BE49-F238E27FC236}">
                <a16:creationId xmlns:a16="http://schemas.microsoft.com/office/drawing/2014/main" id="{ED2BA9C2-06C6-876B-E9B7-25D1D315B9C3}"/>
              </a:ext>
            </a:extLst>
          </p:cNvPr>
          <p:cNvGrpSpPr/>
          <p:nvPr/>
        </p:nvGrpSpPr>
        <p:grpSpPr>
          <a:xfrm>
            <a:off x="5504971" y="4524233"/>
            <a:ext cx="1080751" cy="1080000"/>
            <a:chOff x="1303863" y="2939799"/>
            <a:chExt cx="1080751" cy="1080000"/>
          </a:xfrm>
        </p:grpSpPr>
        <p:sp>
          <p:nvSpPr>
            <p:cNvPr id="31" name="타원 30">
              <a:extLst>
                <a:ext uri="{FF2B5EF4-FFF2-40B4-BE49-F238E27FC236}">
                  <a16:creationId xmlns:a16="http://schemas.microsoft.com/office/drawing/2014/main" id="{2BC77950-1739-E0EB-9403-4177623B709A}"/>
                </a:ext>
              </a:extLst>
            </p:cNvPr>
            <p:cNvSpPr/>
            <p:nvPr/>
          </p:nvSpPr>
          <p:spPr>
            <a:xfrm>
              <a:off x="1303863" y="2939799"/>
              <a:ext cx="1080000" cy="1080000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 dirty="0">
                <a:solidFill>
                  <a:schemeClr val="tx1"/>
                </a:solidFill>
                <a:latin typeface="Times New Roman" panose="02020603050405020304" pitchFamily="18" charset="0"/>
                <a:ea typeface="나눔스퀘어OTF" panose="020B0600000101010101" pitchFamily="34" charset="-127"/>
                <a:cs typeface="Times New Roman" panose="02020603050405020304" pitchFamily="18" charset="0"/>
              </a:endParaRP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3D280C0F-BCB0-4E31-B4CB-933EFC50CE8A}"/>
                </a:ext>
              </a:extLst>
            </p:cNvPr>
            <p:cNvSpPr txBox="1"/>
            <p:nvPr/>
          </p:nvSpPr>
          <p:spPr>
            <a:xfrm>
              <a:off x="1304847" y="3123944"/>
              <a:ext cx="1078030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3600" tIns="45720" rIns="3600" bIns="45720" rtlCol="0" anchor="ctr">
              <a:spAutoFit/>
            </a:bodyPr>
            <a:lstStyle/>
            <a:p>
              <a:pPr algn="ctr"/>
              <a:r>
                <a:rPr lang="en-US" altLang="ko-KR" sz="1200" dirty="0">
                  <a:latin typeface="Times New Roman" panose="02020603050405020304" pitchFamily="18" charset="0"/>
                  <a:ea typeface="나눔스퀘어OTF" panose="020B0600000101010101" pitchFamily="34" charset="-127"/>
                  <a:cs typeface="Times New Roman" panose="02020603050405020304" pitchFamily="18" charset="0"/>
                </a:rPr>
                <a:t>SCHEDULE</a:t>
              </a:r>
            </a:p>
          </p:txBody>
        </p: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1C4795CF-2FDC-6C75-EBD2-46117EE22A11}"/>
                </a:ext>
              </a:extLst>
            </p:cNvPr>
            <p:cNvCxnSpPr>
              <a:cxnSpLocks/>
              <a:stCxn id="31" idx="2"/>
              <a:endCxn id="31" idx="6"/>
            </p:cNvCxnSpPr>
            <p:nvPr/>
          </p:nvCxnSpPr>
          <p:spPr>
            <a:xfrm>
              <a:off x="1303863" y="3479799"/>
              <a:ext cx="1080000" cy="0"/>
            </a:xfrm>
            <a:prstGeom prst="line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859E835A-081E-11A5-32C0-495FC82DC4A0}"/>
                </a:ext>
              </a:extLst>
            </p:cNvPr>
            <p:cNvSpPr txBox="1"/>
            <p:nvPr/>
          </p:nvSpPr>
          <p:spPr>
            <a:xfrm>
              <a:off x="1307186" y="3566729"/>
              <a:ext cx="1077428" cy="276999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ctr">
              <a:spAutoFit/>
            </a:bodyPr>
            <a:lstStyle/>
            <a:p>
              <a:pPr algn="ctr"/>
              <a:r>
                <a:rPr lang="en-US" altLang="ko-KR" sz="1200" dirty="0">
                  <a:latin typeface="Times New Roman" panose="02020603050405020304" pitchFamily="18" charset="0"/>
                  <a:ea typeface="나눔스퀘어OTF" panose="020B0600000101010101" pitchFamily="34" charset="-127"/>
                  <a:cs typeface="Times New Roman" panose="02020603050405020304" pitchFamily="18" charset="0"/>
                </a:rPr>
                <a:t>ta = 0</a:t>
              </a:r>
            </a:p>
          </p:txBody>
        </p:sp>
      </p:grpSp>
      <p:cxnSp>
        <p:nvCxnSpPr>
          <p:cNvPr id="35" name="직선 화살표 연결선 34">
            <a:extLst>
              <a:ext uri="{FF2B5EF4-FFF2-40B4-BE49-F238E27FC236}">
                <a16:creationId xmlns:a16="http://schemas.microsoft.com/office/drawing/2014/main" id="{3F1D22B7-0C25-C852-596F-6A19BDDEC5EC}"/>
              </a:ext>
            </a:extLst>
          </p:cNvPr>
          <p:cNvCxnSpPr>
            <a:cxnSpLocks/>
          </p:cNvCxnSpPr>
          <p:nvPr/>
        </p:nvCxnSpPr>
        <p:spPr>
          <a:xfrm flipH="1">
            <a:off x="5790851" y="3249992"/>
            <a:ext cx="1" cy="1309129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headEnd w="sm" len="sm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72902715-D19D-446E-813E-06F1C4468E61}"/>
              </a:ext>
            </a:extLst>
          </p:cNvPr>
          <p:cNvSpPr txBox="1"/>
          <p:nvPr/>
        </p:nvSpPr>
        <p:spPr>
          <a:xfrm>
            <a:off x="3560650" y="3959483"/>
            <a:ext cx="2264888" cy="276999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en-US" altLang="ko-KR" sz="1200" b="1" dirty="0">
                <a:latin typeface="Times New Roman" panose="02020603050405020304" pitchFamily="18" charset="0"/>
                <a:ea typeface="나눔스퀘어OTF" panose="020B0600000101010101" pitchFamily="34" charset="-127"/>
                <a:cs typeface="Times New Roman" panose="02020603050405020304" pitchFamily="18" charset="0"/>
              </a:rPr>
              <a:t>? </a:t>
            </a:r>
            <a:r>
              <a:rPr lang="en-US" altLang="ko-KR" sz="1200" b="1" dirty="0" err="1">
                <a:latin typeface="Times New Roman" panose="02020603050405020304" pitchFamily="18" charset="0"/>
                <a:ea typeface="나눔스퀘어OTF" panose="020B0600000101010101" pitchFamily="34" charset="-127"/>
                <a:cs typeface="Times New Roman" panose="02020603050405020304" pitchFamily="18" charset="0"/>
              </a:rPr>
              <a:t>item_depot_update_from_wk</a:t>
            </a:r>
            <a:endParaRPr lang="ko-KR" altLang="en-US" sz="1100" b="1" dirty="0">
              <a:latin typeface="Times New Roman" panose="02020603050405020304" pitchFamily="18" charset="0"/>
              <a:ea typeface="나눔스퀘어OTF" panose="020B0600000101010101" pitchFamily="34" charset="-127"/>
              <a:cs typeface="Times New Roman" panose="02020603050405020304" pitchFamily="18" charset="0"/>
            </a:endParaRPr>
          </a:p>
        </p:txBody>
      </p:sp>
      <p:cxnSp>
        <p:nvCxnSpPr>
          <p:cNvPr id="40" name="직선 화살표 연결선 39">
            <a:extLst>
              <a:ext uri="{FF2B5EF4-FFF2-40B4-BE49-F238E27FC236}">
                <a16:creationId xmlns:a16="http://schemas.microsoft.com/office/drawing/2014/main" id="{735271DC-2A85-30E1-008D-4ADF3672F5D6}"/>
              </a:ext>
            </a:extLst>
          </p:cNvPr>
          <p:cNvCxnSpPr>
            <a:cxnSpLocks/>
          </p:cNvCxnSpPr>
          <p:nvPr/>
        </p:nvCxnSpPr>
        <p:spPr>
          <a:xfrm flipV="1">
            <a:off x="6270422" y="3291594"/>
            <a:ext cx="0" cy="1267527"/>
          </a:xfrm>
          <a:prstGeom prst="straightConnector1">
            <a:avLst/>
          </a:prstGeom>
          <a:ln w="12700">
            <a:solidFill>
              <a:schemeClr val="tx1"/>
            </a:solidFill>
            <a:prstDash val="dash"/>
            <a:headEnd w="sm" len="sm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754E80EB-D8FF-F899-AAAC-1F6F644224F1}"/>
              </a:ext>
            </a:extLst>
          </p:cNvPr>
          <p:cNvSpPr txBox="1"/>
          <p:nvPr/>
        </p:nvSpPr>
        <p:spPr>
          <a:xfrm>
            <a:off x="6180451" y="3808919"/>
            <a:ext cx="1888147" cy="276999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en-US" altLang="ko-KR" sz="1200" b="1" dirty="0">
                <a:latin typeface="Times New Roman" panose="02020603050405020304" pitchFamily="18" charset="0"/>
                <a:ea typeface="나눔스퀘어OTF" panose="020B0600000101010101" pitchFamily="34" charset="-127"/>
                <a:cs typeface="Times New Roman" panose="02020603050405020304" pitchFamily="18" charset="0"/>
              </a:rPr>
              <a:t>! </a:t>
            </a:r>
            <a:r>
              <a:rPr lang="en-US" altLang="ko-KR" sz="1200" b="1" dirty="0" err="1">
                <a:latin typeface="Times New Roman" panose="02020603050405020304" pitchFamily="18" charset="0"/>
                <a:ea typeface="나눔스퀘어OTF" panose="020B0600000101010101" pitchFamily="34" charset="-127"/>
                <a:cs typeface="Times New Roman" panose="02020603050405020304" pitchFamily="18" charset="0"/>
              </a:rPr>
              <a:t>schedule_info_to_ACS</a:t>
            </a:r>
            <a:endParaRPr lang="en-US" altLang="ko-KR" sz="1200" b="1" dirty="0">
              <a:latin typeface="Times New Roman" panose="02020603050405020304" pitchFamily="18" charset="0"/>
              <a:ea typeface="나눔스퀘어OTF" panose="020B0600000101010101" pitchFamily="34" charset="-127"/>
              <a:cs typeface="Times New Roman" panose="02020603050405020304" pitchFamily="18" charset="0"/>
            </a:endParaRPr>
          </a:p>
        </p:txBody>
      </p:sp>
      <p:cxnSp>
        <p:nvCxnSpPr>
          <p:cNvPr id="46" name="직선 연결선 45">
            <a:extLst>
              <a:ext uri="{FF2B5EF4-FFF2-40B4-BE49-F238E27FC236}">
                <a16:creationId xmlns:a16="http://schemas.microsoft.com/office/drawing/2014/main" id="{3D3726C1-EE98-1E6A-E23C-32F084077619}"/>
              </a:ext>
            </a:extLst>
          </p:cNvPr>
          <p:cNvCxnSpPr>
            <a:cxnSpLocks/>
          </p:cNvCxnSpPr>
          <p:nvPr/>
        </p:nvCxnSpPr>
        <p:spPr>
          <a:xfrm>
            <a:off x="2090798" y="5850674"/>
            <a:ext cx="801040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TextBox 56">
            <a:extLst>
              <a:ext uri="{FF2B5EF4-FFF2-40B4-BE49-F238E27FC236}">
                <a16:creationId xmlns:a16="http://schemas.microsoft.com/office/drawing/2014/main" id="{0B70B97B-AE4E-4D32-3E61-ABB539C4FFE1}"/>
              </a:ext>
            </a:extLst>
          </p:cNvPr>
          <p:cNvSpPr txBox="1"/>
          <p:nvPr/>
        </p:nvSpPr>
        <p:spPr>
          <a:xfrm>
            <a:off x="2089812" y="5905446"/>
            <a:ext cx="7569171" cy="253916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ko-KR" sz="1050" i="1" dirty="0">
                <a:latin typeface="Times New Roman" panose="02020603050405020304" pitchFamily="18" charset="0"/>
                <a:ea typeface="나눔스퀘어OTF" panose="020B0600000101010101" pitchFamily="34" charset="-127"/>
                <a:cs typeface="Times New Roman" panose="02020603050405020304" pitchFamily="18" charset="0"/>
              </a:rPr>
              <a:t>/ queue( ) </a:t>
            </a:r>
            <a:r>
              <a:rPr lang="en-US" altLang="ko-KR" sz="1050" dirty="0">
                <a:latin typeface="Times New Roman" panose="02020603050405020304" pitchFamily="18" charset="0"/>
                <a:ea typeface="나눔스퀘어OTF" panose="020B0600000101010101" pitchFamily="34" charset="-127"/>
                <a:cs typeface="Times New Roman" panose="02020603050405020304" pitchFamily="18" charset="0"/>
              </a:rPr>
              <a:t>: </a:t>
            </a:r>
            <a:r>
              <a:rPr lang="ko-KR" altLang="en-US" sz="1050" dirty="0" err="1">
                <a:latin typeface="나눔스퀘어" panose="020B0600000101010101" pitchFamily="50" charset="-127"/>
                <a:ea typeface="나눔스퀘어" panose="020B0600000101010101" pitchFamily="50" charset="-127"/>
                <a:cs typeface="Times New Roman" panose="02020603050405020304" pitchFamily="18" charset="0"/>
              </a:rPr>
              <a:t>자재데포에</a:t>
            </a:r>
            <a:r>
              <a:rPr lang="ko-KR" altLang="en-US" sz="1050" dirty="0">
                <a:latin typeface="나눔스퀘어" panose="020B0600000101010101" pitchFamily="50" charset="-127"/>
                <a:ea typeface="나눔스퀘어" panose="020B0600000101010101" pitchFamily="50" charset="-127"/>
                <a:cs typeface="Times New Roman" panose="02020603050405020304" pitchFamily="18" charset="0"/>
              </a:rPr>
              <a:t> 자재가 없는 데 </a:t>
            </a:r>
            <a:r>
              <a:rPr lang="en-US" altLang="ko-KR" sz="1050" dirty="0">
                <a:latin typeface="Times New Roman" panose="02020603050405020304" pitchFamily="18" charset="0"/>
                <a:ea typeface="나눔스퀘어" panose="020B0600000101010101" pitchFamily="50" charset="-127"/>
                <a:cs typeface="Times New Roman" panose="02020603050405020304" pitchFamily="18" charset="0"/>
              </a:rPr>
              <a:t>supply</a:t>
            </a:r>
            <a:r>
              <a:rPr lang="en-US" altLang="ko-KR" sz="1050" dirty="0">
                <a:latin typeface="나눔스퀘어" panose="020B0600000101010101" pitchFamily="50" charset="-127"/>
                <a:ea typeface="나눔스퀘어" panose="020B0600000101010101" pitchFamily="50" charset="-127"/>
                <a:cs typeface="Times New Roman" panose="02020603050405020304" pitchFamily="18" charset="0"/>
              </a:rPr>
              <a:t> </a:t>
            </a:r>
            <a:r>
              <a:rPr lang="en-US" altLang="ko-KR" sz="1050" dirty="0">
                <a:latin typeface="Times New Roman" panose="02020603050405020304" pitchFamily="18" charset="0"/>
                <a:ea typeface="나눔스퀘어" panose="020B0600000101010101" pitchFamily="50" charset="-127"/>
                <a:cs typeface="Times New Roman" panose="02020603050405020304" pitchFamily="18" charset="0"/>
              </a:rPr>
              <a:t>order</a:t>
            </a:r>
            <a:r>
              <a:rPr lang="ko-KR" altLang="en-US" sz="1050" dirty="0">
                <a:latin typeface="나눔스퀘어" panose="020B0600000101010101" pitchFamily="50" charset="-127"/>
                <a:ea typeface="나눔스퀘어" panose="020B0600000101010101" pitchFamily="50" charset="-127"/>
                <a:cs typeface="Times New Roman" panose="02020603050405020304" pitchFamily="18" charset="0"/>
              </a:rPr>
              <a:t>가 들어올 경우</a:t>
            </a:r>
            <a:r>
              <a:rPr lang="en-US" altLang="ko-KR" sz="1050" dirty="0">
                <a:latin typeface="나눔스퀘어" panose="020B0600000101010101" pitchFamily="50" charset="-127"/>
                <a:ea typeface="나눔스퀘어" panose="020B0600000101010101" pitchFamily="50" charset="-127"/>
                <a:cs typeface="Times New Roman" panose="02020603050405020304" pitchFamily="18" charset="0"/>
              </a:rPr>
              <a:t>, </a:t>
            </a:r>
            <a:r>
              <a:rPr lang="en-US" altLang="ko-KR" sz="1050" dirty="0">
                <a:latin typeface="Times New Roman" panose="02020603050405020304" pitchFamily="18" charset="0"/>
                <a:ea typeface="나눔스퀘어" panose="020B0600000101010101" pitchFamily="50" charset="-127"/>
                <a:cs typeface="Times New Roman" panose="02020603050405020304" pitchFamily="18" charset="0"/>
              </a:rPr>
              <a:t>event</a:t>
            </a:r>
            <a:r>
              <a:rPr lang="en-US" altLang="ko-KR" sz="1050" dirty="0">
                <a:latin typeface="나눔스퀘어" panose="020B0600000101010101" pitchFamily="50" charset="-127"/>
                <a:ea typeface="나눔스퀘어" panose="020B0600000101010101" pitchFamily="50" charset="-127"/>
                <a:cs typeface="Times New Roman" panose="02020603050405020304" pitchFamily="18" charset="0"/>
              </a:rPr>
              <a:t> </a:t>
            </a:r>
            <a:r>
              <a:rPr lang="ko-KR" altLang="en-US" sz="1050" dirty="0" err="1">
                <a:latin typeface="나눔스퀘어" panose="020B0600000101010101" pitchFamily="50" charset="-127"/>
                <a:ea typeface="나눔스퀘어" panose="020B0600000101010101" pitchFamily="50" charset="-127"/>
                <a:cs typeface="Times New Roman" panose="02020603050405020304" pitchFamily="18" charset="0"/>
              </a:rPr>
              <a:t>출력없이</a:t>
            </a:r>
            <a:r>
              <a:rPr lang="ko-KR" altLang="en-US" sz="1050" dirty="0">
                <a:latin typeface="나눔스퀘어" panose="020B0600000101010101" pitchFamily="50" charset="-127"/>
                <a:ea typeface="나눔스퀘어" panose="020B0600000101010101" pitchFamily="50" charset="-127"/>
                <a:cs typeface="Times New Roman" panose="02020603050405020304" pitchFamily="18" charset="0"/>
              </a:rPr>
              <a:t> </a:t>
            </a:r>
            <a:r>
              <a:rPr lang="en-US" altLang="ko-KR" sz="1050" dirty="0">
                <a:latin typeface="Times New Roman" panose="02020603050405020304" pitchFamily="18" charset="0"/>
                <a:ea typeface="나눔스퀘어" panose="020B0600000101010101" pitchFamily="50" charset="-127"/>
                <a:cs typeface="Times New Roman" panose="02020603050405020304" pitchFamily="18" charset="0"/>
              </a:rPr>
              <a:t>queue</a:t>
            </a:r>
            <a:r>
              <a:rPr lang="ko-KR" altLang="en-US" sz="1050" dirty="0">
                <a:latin typeface="나눔스퀘어" panose="020B0600000101010101" pitchFamily="50" charset="-127"/>
                <a:ea typeface="나눔스퀘어" panose="020B0600000101010101" pitchFamily="50" charset="-127"/>
                <a:cs typeface="Times New Roman" panose="02020603050405020304" pitchFamily="18" charset="0"/>
              </a:rPr>
              <a:t>에만 등록 </a:t>
            </a:r>
            <a:r>
              <a:rPr lang="en-US" altLang="ko-KR" sz="1050" dirty="0">
                <a:latin typeface="나눔스퀘어" panose="020B0600000101010101" pitchFamily="50" charset="-127"/>
                <a:ea typeface="나눔스퀘어" panose="020B0600000101010101" pitchFamily="50" charset="-127"/>
                <a:cs typeface="Times New Roman" panose="02020603050405020304" pitchFamily="18" charset="0"/>
              </a:rPr>
              <a:t> </a:t>
            </a:r>
            <a:endParaRPr lang="ko-KR" altLang="en-US" sz="1000" i="1" dirty="0">
              <a:latin typeface="나눔스퀘어" panose="020B0600000101010101" pitchFamily="50" charset="-127"/>
              <a:ea typeface="나눔스퀘어" panose="020B0600000101010101" pitchFamily="50" charset="-127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128307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5FDEC52-256B-4E2A-A3AB-84B8DEA43CF0}"/>
              </a:ext>
            </a:extLst>
          </p:cNvPr>
          <p:cNvSpPr txBox="1"/>
          <p:nvPr/>
        </p:nvSpPr>
        <p:spPr>
          <a:xfrm>
            <a:off x="461961" y="166607"/>
            <a:ext cx="8266403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000" dirty="0">
                <a:solidFill>
                  <a:srgbClr val="1A236F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Atomic Model Diagram </a:t>
            </a:r>
            <a:r>
              <a:rPr lang="en-US" altLang="ko-KR" sz="2000" dirty="0">
                <a:solidFill>
                  <a:srgbClr val="1A236F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- Dispatching &amp; Routing (ACS)</a:t>
            </a:r>
          </a:p>
        </p:txBody>
      </p:sp>
      <p:sp>
        <p:nvSpPr>
          <p:cNvPr id="284" name="직사각형 283">
            <a:extLst>
              <a:ext uri="{FF2B5EF4-FFF2-40B4-BE49-F238E27FC236}">
                <a16:creationId xmlns:a16="http://schemas.microsoft.com/office/drawing/2014/main" id="{A20419FE-0A0F-EAAA-AC25-B331FBD2B4F7}"/>
              </a:ext>
            </a:extLst>
          </p:cNvPr>
          <p:cNvSpPr/>
          <p:nvPr/>
        </p:nvSpPr>
        <p:spPr>
          <a:xfrm>
            <a:off x="2090798" y="923170"/>
            <a:ext cx="8010404" cy="524151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ko-KR" sz="2400" b="1" dirty="0">
                <a:solidFill>
                  <a:schemeClr val="tx1"/>
                </a:solidFill>
                <a:latin typeface="Times New Roman" panose="02020603050405020304" pitchFamily="18" charset="0"/>
                <a:ea typeface="나눔스퀘어OTF" panose="020B0600000101010101" pitchFamily="34" charset="-127"/>
                <a:cs typeface="Times New Roman" panose="02020603050405020304" pitchFamily="18" charset="0"/>
              </a:rPr>
              <a:t>Dispatching &amp; Routing (ACS)</a:t>
            </a:r>
          </a:p>
        </p:txBody>
      </p:sp>
      <p:cxnSp>
        <p:nvCxnSpPr>
          <p:cNvPr id="48" name="직선 화살표 연결선 47">
            <a:extLst>
              <a:ext uri="{FF2B5EF4-FFF2-40B4-BE49-F238E27FC236}">
                <a16:creationId xmlns:a16="http://schemas.microsoft.com/office/drawing/2014/main" id="{1380CFF9-7A16-4343-9C6D-567546228850}"/>
              </a:ext>
            </a:extLst>
          </p:cNvPr>
          <p:cNvCxnSpPr>
            <a:cxnSpLocks/>
          </p:cNvCxnSpPr>
          <p:nvPr/>
        </p:nvCxnSpPr>
        <p:spPr>
          <a:xfrm flipV="1">
            <a:off x="0" y="1682795"/>
            <a:ext cx="2091550" cy="1"/>
          </a:xfrm>
          <a:prstGeom prst="straightConnector1">
            <a:avLst/>
          </a:prstGeom>
          <a:ln w="28575">
            <a:solidFill>
              <a:schemeClr val="tx1"/>
            </a:solidFill>
            <a:prstDash val="solid"/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D4637EC6-F000-4F4C-A6EB-4DBF22684665}"/>
              </a:ext>
            </a:extLst>
          </p:cNvPr>
          <p:cNvSpPr txBox="1"/>
          <p:nvPr/>
        </p:nvSpPr>
        <p:spPr>
          <a:xfrm>
            <a:off x="-1502" y="1338039"/>
            <a:ext cx="2091549" cy="30777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r"/>
            <a:r>
              <a:rPr lang="en-US" altLang="ko-KR" sz="1400" dirty="0" err="1">
                <a:latin typeface="Times New Roman" panose="02020603050405020304" pitchFamily="18" charset="0"/>
                <a:ea typeface="나눔스퀘어OTF" panose="020B0600000101010101" pitchFamily="34" charset="-127"/>
                <a:cs typeface="Times New Roman" panose="02020603050405020304" pitchFamily="18" charset="0"/>
              </a:rPr>
              <a:t>schedule_info_from_MCS</a:t>
            </a:r>
            <a:endParaRPr lang="ko-KR" altLang="en-US" sz="1200" dirty="0">
              <a:latin typeface="Times New Roman" panose="02020603050405020304" pitchFamily="18" charset="0"/>
              <a:ea typeface="나눔스퀘어OTF" panose="020B0600000101010101" pitchFamily="34" charset="-127"/>
              <a:cs typeface="Times New Roman" panose="02020603050405020304" pitchFamily="18" charset="0"/>
            </a:endParaRPr>
          </a:p>
        </p:txBody>
      </p:sp>
      <p:cxnSp>
        <p:nvCxnSpPr>
          <p:cNvPr id="50" name="직선 화살표 연결선 49">
            <a:extLst>
              <a:ext uri="{FF2B5EF4-FFF2-40B4-BE49-F238E27FC236}">
                <a16:creationId xmlns:a16="http://schemas.microsoft.com/office/drawing/2014/main" id="{B80F3827-B4DF-4691-8FAA-81F609D84A78}"/>
              </a:ext>
            </a:extLst>
          </p:cNvPr>
          <p:cNvCxnSpPr>
            <a:cxnSpLocks/>
          </p:cNvCxnSpPr>
          <p:nvPr/>
        </p:nvCxnSpPr>
        <p:spPr>
          <a:xfrm flipV="1">
            <a:off x="10100450" y="2194857"/>
            <a:ext cx="2091550" cy="1"/>
          </a:xfrm>
          <a:prstGeom prst="straightConnector1">
            <a:avLst/>
          </a:prstGeom>
          <a:ln w="28575"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1" name="그룹 50">
            <a:extLst>
              <a:ext uri="{FF2B5EF4-FFF2-40B4-BE49-F238E27FC236}">
                <a16:creationId xmlns:a16="http://schemas.microsoft.com/office/drawing/2014/main" id="{B834F011-356B-4445-BD86-4DCC1BB69CED}"/>
              </a:ext>
            </a:extLst>
          </p:cNvPr>
          <p:cNvGrpSpPr/>
          <p:nvPr/>
        </p:nvGrpSpPr>
        <p:grpSpPr>
          <a:xfrm>
            <a:off x="10100450" y="1172742"/>
            <a:ext cx="2091550" cy="519006"/>
            <a:chOff x="10726447" y="1146766"/>
            <a:chExt cx="2091550" cy="519006"/>
          </a:xfrm>
        </p:grpSpPr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84ABCCC8-FEBC-4ADD-943A-A787DAB3A583}"/>
                </a:ext>
              </a:extLst>
            </p:cNvPr>
            <p:cNvSpPr txBox="1"/>
            <p:nvPr/>
          </p:nvSpPr>
          <p:spPr>
            <a:xfrm>
              <a:off x="10879695" y="1146766"/>
              <a:ext cx="1914347" cy="276999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 algn="r"/>
              <a:endParaRPr lang="ko-KR" altLang="en-US" sz="1200" dirty="0">
                <a:latin typeface="Times New Roman" panose="02020603050405020304" pitchFamily="18" charset="0"/>
                <a:ea typeface="나눔스퀘어OTF" panose="020B0600000101010101" pitchFamily="34" charset="-127"/>
                <a:cs typeface="Times New Roman" panose="02020603050405020304" pitchFamily="18" charset="0"/>
              </a:endParaRPr>
            </a:p>
          </p:txBody>
        </p:sp>
        <p:cxnSp>
          <p:nvCxnSpPr>
            <p:cNvPr id="53" name="직선 화살표 연결선 52">
              <a:extLst>
                <a:ext uri="{FF2B5EF4-FFF2-40B4-BE49-F238E27FC236}">
                  <a16:creationId xmlns:a16="http://schemas.microsoft.com/office/drawing/2014/main" id="{862E478E-C966-4ADA-8253-024805461D8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726447" y="1665771"/>
              <a:ext cx="2091550" cy="1"/>
            </a:xfrm>
            <a:prstGeom prst="straightConnector1">
              <a:avLst/>
            </a:prstGeom>
            <a:ln w="28575">
              <a:solidFill>
                <a:schemeClr val="tx1"/>
              </a:solidFill>
              <a:prstDash val="solid"/>
              <a:headEnd type="non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4" name="TextBox 53">
            <a:extLst>
              <a:ext uri="{FF2B5EF4-FFF2-40B4-BE49-F238E27FC236}">
                <a16:creationId xmlns:a16="http://schemas.microsoft.com/office/drawing/2014/main" id="{74E6781A-58CD-463B-9AAB-79F4315F3405}"/>
              </a:ext>
            </a:extLst>
          </p:cNvPr>
          <p:cNvSpPr txBox="1"/>
          <p:nvPr/>
        </p:nvSpPr>
        <p:spPr>
          <a:xfrm>
            <a:off x="10076495" y="1360045"/>
            <a:ext cx="2091549" cy="30777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ko-KR" sz="1400" dirty="0" err="1">
                <a:latin typeface="Times New Roman" panose="02020603050405020304" pitchFamily="18" charset="0"/>
                <a:ea typeface="나눔스퀘어OTF" panose="020B0600000101010101" pitchFamily="34" charset="-127"/>
                <a:cs typeface="Times New Roman" panose="02020603050405020304" pitchFamily="18" charset="0"/>
              </a:rPr>
              <a:t>amr_req_to_tm</a:t>
            </a:r>
            <a:endParaRPr lang="ko-KR" altLang="en-US" sz="1200" dirty="0">
              <a:latin typeface="Times New Roman" panose="02020603050405020304" pitchFamily="18" charset="0"/>
              <a:ea typeface="나눔스퀘어OTF" panose="020B0600000101010101" pitchFamily="34" charset="-127"/>
              <a:cs typeface="Times New Roman" panose="02020603050405020304" pitchFamily="18" charset="0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4B4C01E7-5D2F-4AF4-95F7-09DCBF3738CA}"/>
              </a:ext>
            </a:extLst>
          </p:cNvPr>
          <p:cNvSpPr txBox="1"/>
          <p:nvPr/>
        </p:nvSpPr>
        <p:spPr>
          <a:xfrm>
            <a:off x="10076494" y="1852074"/>
            <a:ext cx="2091549" cy="30777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ko-KR" sz="1400" dirty="0" err="1">
                <a:latin typeface="Times New Roman" panose="02020603050405020304" pitchFamily="18" charset="0"/>
                <a:ea typeface="나눔스퀘어OTF" panose="020B0600000101010101" pitchFamily="34" charset="-127"/>
                <a:cs typeface="Times New Roman" panose="02020603050405020304" pitchFamily="18" charset="0"/>
              </a:rPr>
              <a:t>cmd_to_amr</a:t>
            </a:r>
            <a:endParaRPr lang="ko-KR" altLang="en-US" sz="1200" dirty="0">
              <a:latin typeface="Times New Roman" panose="02020603050405020304" pitchFamily="18" charset="0"/>
              <a:ea typeface="나눔스퀘어OTF" panose="020B0600000101010101" pitchFamily="34" charset="-127"/>
              <a:cs typeface="Times New Roman" panose="02020603050405020304" pitchFamily="18" charset="0"/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BE79A8A5-FD2B-41A3-A292-0BC4FD3FB0D6}"/>
              </a:ext>
            </a:extLst>
          </p:cNvPr>
          <p:cNvSpPr txBox="1"/>
          <p:nvPr/>
        </p:nvSpPr>
        <p:spPr>
          <a:xfrm>
            <a:off x="10250776" y="37058"/>
            <a:ext cx="2091549" cy="5232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ko-KR" sz="1400" dirty="0">
                <a:latin typeface="Times New Roman" panose="02020603050405020304" pitchFamily="18" charset="0"/>
                <a:ea typeface="나눔스퀘어OTF"/>
                <a:cs typeface="Times New Roman" panose="02020603050405020304" pitchFamily="18" charset="0"/>
              </a:rPr>
              <a:t>!: </a:t>
            </a:r>
            <a:r>
              <a:rPr lang="ko-KR" altLang="en-US" sz="1400" dirty="0">
                <a:latin typeface="Times New Roman" panose="02020603050405020304" pitchFamily="18" charset="0"/>
                <a:ea typeface="나눔스퀘어OTF"/>
                <a:cs typeface="Times New Roman" panose="02020603050405020304" pitchFamily="18" charset="0"/>
              </a:rPr>
              <a:t>내부상태천이</a:t>
            </a:r>
            <a:r>
              <a:rPr lang="en-US" altLang="ko-KR" sz="1400" dirty="0">
                <a:latin typeface="Times New Roman" panose="02020603050405020304" pitchFamily="18" charset="0"/>
                <a:ea typeface="나눔스퀘어OTF"/>
                <a:cs typeface="Times New Roman" panose="02020603050405020304" pitchFamily="18" charset="0"/>
              </a:rPr>
              <a:t>, output</a:t>
            </a:r>
          </a:p>
          <a:p>
            <a:r>
              <a:rPr lang="en-US" altLang="ko-KR" sz="1400" dirty="0">
                <a:latin typeface="Times New Roman" panose="02020603050405020304" pitchFamily="18" charset="0"/>
                <a:ea typeface="나눔스퀘어OTF"/>
                <a:cs typeface="Times New Roman" panose="02020603050405020304" pitchFamily="18" charset="0"/>
              </a:rPr>
              <a:t>?: </a:t>
            </a:r>
            <a:r>
              <a:rPr lang="ko-KR" altLang="en-US" sz="1400" dirty="0">
                <a:latin typeface="Times New Roman" panose="02020603050405020304" pitchFamily="18" charset="0"/>
                <a:ea typeface="나눔스퀘어OTF"/>
                <a:cs typeface="Times New Roman" panose="02020603050405020304" pitchFamily="18" charset="0"/>
              </a:rPr>
              <a:t>외부상태천이</a:t>
            </a:r>
            <a:r>
              <a:rPr lang="en-US" altLang="ko-KR" sz="1400" dirty="0">
                <a:latin typeface="Times New Roman" panose="02020603050405020304" pitchFamily="18" charset="0"/>
                <a:ea typeface="나눔스퀘어OTF"/>
                <a:cs typeface="Times New Roman" panose="02020603050405020304" pitchFamily="18" charset="0"/>
              </a:rPr>
              <a:t>, input</a:t>
            </a:r>
            <a:endParaRPr lang="ko-KR" altLang="ko-KR" sz="3200" dirty="0" err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69" name="직선 화살표 연결선 68">
            <a:extLst>
              <a:ext uri="{FF2B5EF4-FFF2-40B4-BE49-F238E27FC236}">
                <a16:creationId xmlns:a16="http://schemas.microsoft.com/office/drawing/2014/main" id="{3A0399A5-BD50-4B93-86C3-AF1C5AA5DB13}"/>
              </a:ext>
            </a:extLst>
          </p:cNvPr>
          <p:cNvCxnSpPr>
            <a:cxnSpLocks/>
            <a:stCxn id="103" idx="7"/>
            <a:endCxn id="74" idx="1"/>
          </p:cNvCxnSpPr>
          <p:nvPr/>
        </p:nvCxnSpPr>
        <p:spPr>
          <a:xfrm>
            <a:off x="4053479" y="2363117"/>
            <a:ext cx="2241967" cy="0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headEnd w="sm" len="sm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3" name="그룹 72">
            <a:extLst>
              <a:ext uri="{FF2B5EF4-FFF2-40B4-BE49-F238E27FC236}">
                <a16:creationId xmlns:a16="http://schemas.microsoft.com/office/drawing/2014/main" id="{E5C00C96-989E-426D-A8D8-AA288231BB04}"/>
              </a:ext>
            </a:extLst>
          </p:cNvPr>
          <p:cNvGrpSpPr/>
          <p:nvPr/>
        </p:nvGrpSpPr>
        <p:grpSpPr>
          <a:xfrm>
            <a:off x="6137284" y="2204955"/>
            <a:ext cx="1080751" cy="1080000"/>
            <a:chOff x="1303863" y="2939799"/>
            <a:chExt cx="1080751" cy="1080000"/>
          </a:xfrm>
        </p:grpSpPr>
        <p:sp>
          <p:nvSpPr>
            <p:cNvPr id="74" name="타원 73">
              <a:extLst>
                <a:ext uri="{FF2B5EF4-FFF2-40B4-BE49-F238E27FC236}">
                  <a16:creationId xmlns:a16="http://schemas.microsoft.com/office/drawing/2014/main" id="{DB123898-4DDD-4BCC-8384-812C1B99CCAB}"/>
                </a:ext>
              </a:extLst>
            </p:cNvPr>
            <p:cNvSpPr/>
            <p:nvPr/>
          </p:nvSpPr>
          <p:spPr>
            <a:xfrm>
              <a:off x="1303863" y="2939799"/>
              <a:ext cx="1080000" cy="1080000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 dirty="0">
                <a:solidFill>
                  <a:schemeClr val="tx1"/>
                </a:solidFill>
                <a:latin typeface="Times New Roman" panose="02020603050405020304" pitchFamily="18" charset="0"/>
                <a:ea typeface="나눔스퀘어OTF" panose="020B0600000101010101" pitchFamily="34" charset="-127"/>
                <a:cs typeface="Times New Roman" panose="02020603050405020304" pitchFamily="18" charset="0"/>
              </a:endParaRPr>
            </a:p>
          </p:txBody>
        </p:sp>
        <p:sp>
          <p:nvSpPr>
            <p:cNvPr id="75" name="TextBox 74">
              <a:extLst>
                <a:ext uri="{FF2B5EF4-FFF2-40B4-BE49-F238E27FC236}">
                  <a16:creationId xmlns:a16="http://schemas.microsoft.com/office/drawing/2014/main" id="{7835BAC5-C220-4BCF-B90C-A9360452D00F}"/>
                </a:ext>
              </a:extLst>
            </p:cNvPr>
            <p:cNvSpPr txBox="1"/>
            <p:nvPr/>
          </p:nvSpPr>
          <p:spPr>
            <a:xfrm>
              <a:off x="1304847" y="3123944"/>
              <a:ext cx="1078030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3600" tIns="45720" rIns="3600" bIns="45720" rtlCol="0" anchor="ctr">
              <a:spAutoFit/>
            </a:bodyPr>
            <a:lstStyle/>
            <a:p>
              <a:pPr algn="ctr"/>
              <a:r>
                <a:rPr lang="en-US" altLang="ko-KR" sz="1200" dirty="0">
                  <a:latin typeface="Times New Roman" panose="02020603050405020304" pitchFamily="18" charset="0"/>
                  <a:ea typeface="나눔스퀘어OTF" panose="020B0600000101010101" pitchFamily="34" charset="-127"/>
                  <a:cs typeface="Times New Roman" panose="02020603050405020304" pitchFamily="18" charset="0"/>
                </a:rPr>
                <a:t>CHECK</a:t>
              </a:r>
            </a:p>
          </p:txBody>
        </p:sp>
        <p:cxnSp>
          <p:nvCxnSpPr>
            <p:cNvPr id="76" name="직선 연결선 75">
              <a:extLst>
                <a:ext uri="{FF2B5EF4-FFF2-40B4-BE49-F238E27FC236}">
                  <a16:creationId xmlns:a16="http://schemas.microsoft.com/office/drawing/2014/main" id="{14292CD2-2F81-4271-B533-93A2D44954C6}"/>
                </a:ext>
              </a:extLst>
            </p:cNvPr>
            <p:cNvCxnSpPr>
              <a:cxnSpLocks/>
              <a:stCxn id="74" idx="2"/>
              <a:endCxn id="74" idx="6"/>
            </p:cNvCxnSpPr>
            <p:nvPr/>
          </p:nvCxnSpPr>
          <p:spPr>
            <a:xfrm>
              <a:off x="1303863" y="3479799"/>
              <a:ext cx="1080000" cy="0"/>
            </a:xfrm>
            <a:prstGeom prst="line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id="{F520F381-77DA-4648-B215-1EC1E65C1802}"/>
                </a:ext>
              </a:extLst>
            </p:cNvPr>
            <p:cNvSpPr txBox="1"/>
            <p:nvPr/>
          </p:nvSpPr>
          <p:spPr>
            <a:xfrm>
              <a:off x="1307186" y="3566729"/>
              <a:ext cx="1077428" cy="276999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ctr">
              <a:spAutoFit/>
            </a:bodyPr>
            <a:lstStyle/>
            <a:p>
              <a:pPr algn="ctr"/>
              <a:r>
                <a:rPr lang="en-US" altLang="ko-KR" sz="1200" dirty="0">
                  <a:latin typeface="Times New Roman" panose="02020603050405020304" pitchFamily="18" charset="0"/>
                  <a:ea typeface="나눔스퀘어OTF" panose="020B0600000101010101" pitchFamily="34" charset="-127"/>
                  <a:cs typeface="Times New Roman" panose="02020603050405020304" pitchFamily="18" charset="0"/>
                </a:rPr>
                <a:t>ta = 0</a:t>
              </a:r>
            </a:p>
          </p:txBody>
        </p:sp>
      </p:grpSp>
      <p:grpSp>
        <p:nvGrpSpPr>
          <p:cNvPr id="102" name="그룹 101">
            <a:extLst>
              <a:ext uri="{FF2B5EF4-FFF2-40B4-BE49-F238E27FC236}">
                <a16:creationId xmlns:a16="http://schemas.microsoft.com/office/drawing/2014/main" id="{FA7D3270-1AF3-4646-B2F8-F313398BC0AC}"/>
              </a:ext>
            </a:extLst>
          </p:cNvPr>
          <p:cNvGrpSpPr/>
          <p:nvPr/>
        </p:nvGrpSpPr>
        <p:grpSpPr>
          <a:xfrm>
            <a:off x="3131641" y="2204955"/>
            <a:ext cx="1080751" cy="1080000"/>
            <a:chOff x="1303863" y="2939799"/>
            <a:chExt cx="1080751" cy="1080000"/>
          </a:xfrm>
        </p:grpSpPr>
        <p:sp>
          <p:nvSpPr>
            <p:cNvPr id="103" name="타원 102">
              <a:extLst>
                <a:ext uri="{FF2B5EF4-FFF2-40B4-BE49-F238E27FC236}">
                  <a16:creationId xmlns:a16="http://schemas.microsoft.com/office/drawing/2014/main" id="{FCE70154-E9E0-484A-A0C3-91E343F2A058}"/>
                </a:ext>
              </a:extLst>
            </p:cNvPr>
            <p:cNvSpPr/>
            <p:nvPr/>
          </p:nvSpPr>
          <p:spPr>
            <a:xfrm>
              <a:off x="1303863" y="2939799"/>
              <a:ext cx="1080000" cy="1080000"/>
            </a:xfrm>
            <a:prstGeom prst="ellipse">
              <a:avLst/>
            </a:prstGeom>
            <a:solidFill>
              <a:schemeClr val="accent3">
                <a:lumMod val="20000"/>
                <a:lumOff val="80000"/>
              </a:schemeClr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 dirty="0">
                <a:solidFill>
                  <a:schemeClr val="tx1"/>
                </a:solidFill>
                <a:latin typeface="Times New Roman" panose="02020603050405020304" pitchFamily="18" charset="0"/>
                <a:ea typeface="나눔스퀘어OTF" panose="020B0600000101010101" pitchFamily="34" charset="-127"/>
                <a:cs typeface="Times New Roman" panose="02020603050405020304" pitchFamily="18" charset="0"/>
              </a:endParaRPr>
            </a:p>
          </p:txBody>
        </p:sp>
        <p:sp>
          <p:nvSpPr>
            <p:cNvPr id="104" name="TextBox 103">
              <a:extLst>
                <a:ext uri="{FF2B5EF4-FFF2-40B4-BE49-F238E27FC236}">
                  <a16:creationId xmlns:a16="http://schemas.microsoft.com/office/drawing/2014/main" id="{84BF832B-B108-4355-8747-A15C8AE88354}"/>
                </a:ext>
              </a:extLst>
            </p:cNvPr>
            <p:cNvSpPr txBox="1"/>
            <p:nvPr/>
          </p:nvSpPr>
          <p:spPr>
            <a:xfrm>
              <a:off x="1304847" y="3123944"/>
              <a:ext cx="1078030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3600" tIns="45720" rIns="3600" bIns="45720" rtlCol="0" anchor="ctr">
              <a:spAutoFit/>
            </a:bodyPr>
            <a:lstStyle/>
            <a:p>
              <a:pPr algn="ctr"/>
              <a:r>
                <a:rPr lang="en-US" altLang="ko-KR" sz="1200" dirty="0">
                  <a:latin typeface="Times New Roman" panose="02020603050405020304" pitchFamily="18" charset="0"/>
                  <a:ea typeface="나눔스퀘어OTF"/>
                  <a:cs typeface="Times New Roman" panose="02020603050405020304" pitchFamily="18" charset="0"/>
                </a:rPr>
                <a:t>IDLE</a:t>
              </a:r>
              <a:endParaRPr lang="en-US" altLang="ko-KR" sz="1200" dirty="0">
                <a:latin typeface="Times New Roman" panose="02020603050405020304" pitchFamily="18" charset="0"/>
                <a:ea typeface="나눔스퀘어OTF" panose="020B0600000101010101" pitchFamily="34" charset="-127"/>
                <a:cs typeface="Times New Roman" panose="02020603050405020304" pitchFamily="18" charset="0"/>
              </a:endParaRPr>
            </a:p>
          </p:txBody>
        </p:sp>
        <p:cxnSp>
          <p:nvCxnSpPr>
            <p:cNvPr id="105" name="직선 연결선 104">
              <a:extLst>
                <a:ext uri="{FF2B5EF4-FFF2-40B4-BE49-F238E27FC236}">
                  <a16:creationId xmlns:a16="http://schemas.microsoft.com/office/drawing/2014/main" id="{16C784DC-FA02-4F30-91B0-0440F91A8D5A}"/>
                </a:ext>
              </a:extLst>
            </p:cNvPr>
            <p:cNvCxnSpPr>
              <a:cxnSpLocks/>
              <a:stCxn id="103" idx="2"/>
              <a:endCxn id="103" idx="6"/>
            </p:cNvCxnSpPr>
            <p:nvPr/>
          </p:nvCxnSpPr>
          <p:spPr>
            <a:xfrm>
              <a:off x="1303863" y="3479799"/>
              <a:ext cx="1080000" cy="0"/>
            </a:xfrm>
            <a:prstGeom prst="line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6" name="TextBox 105">
              <a:extLst>
                <a:ext uri="{FF2B5EF4-FFF2-40B4-BE49-F238E27FC236}">
                  <a16:creationId xmlns:a16="http://schemas.microsoft.com/office/drawing/2014/main" id="{5439EA94-778B-469A-ACAE-E1B4E64C9F8D}"/>
                </a:ext>
              </a:extLst>
            </p:cNvPr>
            <p:cNvSpPr txBox="1"/>
            <p:nvPr/>
          </p:nvSpPr>
          <p:spPr>
            <a:xfrm>
              <a:off x="1307186" y="3566729"/>
              <a:ext cx="1077428" cy="276999"/>
            </a:xfrm>
            <a:prstGeom prst="rect">
              <a:avLst/>
            </a:prstGeom>
          </p:spPr>
          <p:txBody>
            <a:bodyPr wrap="square" lIns="91440" tIns="45720" rIns="91440" bIns="45720" rtlCol="0" anchor="ctr">
              <a:spAutoFit/>
            </a:bodyPr>
            <a:lstStyle/>
            <a:p>
              <a:pPr algn="ctr"/>
              <a:r>
                <a:rPr lang="en-US" altLang="ko-KR" sz="1200" dirty="0">
                  <a:latin typeface="Times New Roman" panose="02020603050405020304" pitchFamily="18" charset="0"/>
                  <a:ea typeface="나눔스퀘어OTF" panose="020B0600000101010101" pitchFamily="34" charset="-127"/>
                  <a:cs typeface="Times New Roman" panose="02020603050405020304" pitchFamily="18" charset="0"/>
                </a:rPr>
                <a:t>ta = ∞</a:t>
              </a:r>
            </a:p>
          </p:txBody>
        </p:sp>
      </p:grpSp>
      <p:cxnSp>
        <p:nvCxnSpPr>
          <p:cNvPr id="78" name="직선 화살표 연결선 77">
            <a:extLst>
              <a:ext uri="{FF2B5EF4-FFF2-40B4-BE49-F238E27FC236}">
                <a16:creationId xmlns:a16="http://schemas.microsoft.com/office/drawing/2014/main" id="{2BC10E76-DC62-4B54-8A46-E7F855A2906E}"/>
              </a:ext>
            </a:extLst>
          </p:cNvPr>
          <p:cNvCxnSpPr>
            <a:cxnSpLocks/>
          </p:cNvCxnSpPr>
          <p:nvPr/>
        </p:nvCxnSpPr>
        <p:spPr>
          <a:xfrm flipV="1">
            <a:off x="-1503" y="2193138"/>
            <a:ext cx="2091550" cy="1"/>
          </a:xfrm>
          <a:prstGeom prst="straightConnector1">
            <a:avLst/>
          </a:prstGeom>
          <a:ln w="28575">
            <a:solidFill>
              <a:schemeClr val="tx1"/>
            </a:solidFill>
            <a:prstDash val="solid"/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TextBox 78">
            <a:extLst>
              <a:ext uri="{FF2B5EF4-FFF2-40B4-BE49-F238E27FC236}">
                <a16:creationId xmlns:a16="http://schemas.microsoft.com/office/drawing/2014/main" id="{DA9F11C3-86CA-4DD1-B015-54202B7644B1}"/>
              </a:ext>
            </a:extLst>
          </p:cNvPr>
          <p:cNvSpPr txBox="1"/>
          <p:nvPr/>
        </p:nvSpPr>
        <p:spPr>
          <a:xfrm>
            <a:off x="-1737" y="1867864"/>
            <a:ext cx="2091549" cy="30777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r"/>
            <a:r>
              <a:rPr lang="en-US" altLang="ko-KR" sz="1400" dirty="0" err="1">
                <a:latin typeface="Times New Roman" panose="02020603050405020304" pitchFamily="18" charset="0"/>
                <a:ea typeface="나눔스퀘어OTF" panose="020B0600000101010101" pitchFamily="34" charset="-127"/>
                <a:cs typeface="Times New Roman" panose="02020603050405020304" pitchFamily="18" charset="0"/>
              </a:rPr>
              <a:t>amr_res_from_tm</a:t>
            </a:r>
            <a:endParaRPr lang="ko-KR" altLang="en-US" sz="1400" dirty="0">
              <a:latin typeface="Times New Roman" panose="02020603050405020304" pitchFamily="18" charset="0"/>
              <a:ea typeface="나눔스퀘어OTF" panose="020B0600000101010101" pitchFamily="34" charset="-127"/>
              <a:cs typeface="Times New Roman" panose="02020603050405020304" pitchFamily="18" charset="0"/>
            </a:endParaRPr>
          </a:p>
        </p:txBody>
      </p:sp>
      <p:cxnSp>
        <p:nvCxnSpPr>
          <p:cNvPr id="80" name="직선 화살표 연결선 79">
            <a:extLst>
              <a:ext uri="{FF2B5EF4-FFF2-40B4-BE49-F238E27FC236}">
                <a16:creationId xmlns:a16="http://schemas.microsoft.com/office/drawing/2014/main" id="{DE95B177-1C2E-4E82-80E2-58123BEE7930}"/>
              </a:ext>
            </a:extLst>
          </p:cNvPr>
          <p:cNvCxnSpPr>
            <a:cxnSpLocks/>
          </p:cNvCxnSpPr>
          <p:nvPr/>
        </p:nvCxnSpPr>
        <p:spPr>
          <a:xfrm flipV="1">
            <a:off x="10100450" y="2701428"/>
            <a:ext cx="2091550" cy="1"/>
          </a:xfrm>
          <a:prstGeom prst="straightConnector1">
            <a:avLst/>
          </a:prstGeom>
          <a:ln w="28575"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" name="TextBox 82">
            <a:extLst>
              <a:ext uri="{FF2B5EF4-FFF2-40B4-BE49-F238E27FC236}">
                <a16:creationId xmlns:a16="http://schemas.microsoft.com/office/drawing/2014/main" id="{DCDE58E6-294C-4B61-AD00-6D0D3D484602}"/>
              </a:ext>
            </a:extLst>
          </p:cNvPr>
          <p:cNvSpPr txBox="1"/>
          <p:nvPr/>
        </p:nvSpPr>
        <p:spPr>
          <a:xfrm>
            <a:off x="10076494" y="2171812"/>
            <a:ext cx="1434188" cy="5232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ko-KR" sz="1400" dirty="0" err="1">
                <a:latin typeface="Times New Roman" panose="02020603050405020304" pitchFamily="18" charset="0"/>
                <a:ea typeface="나눔스퀘어OTF" panose="020B0600000101010101" pitchFamily="34" charset="-127"/>
                <a:cs typeface="Times New Roman" panose="02020603050405020304" pitchFamily="18" charset="0"/>
              </a:rPr>
              <a:t>operation_result_to_analyzer</a:t>
            </a:r>
            <a:endParaRPr lang="ko-KR" altLang="en-US" sz="1200" dirty="0">
              <a:latin typeface="Times New Roman" panose="02020603050405020304" pitchFamily="18" charset="0"/>
              <a:ea typeface="나눔스퀘어OTF" panose="020B0600000101010101" pitchFamily="34" charset="-127"/>
              <a:cs typeface="Times New Roman" panose="02020603050405020304" pitchFamily="18" charset="0"/>
            </a:endParaRP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CA7D2C20-3207-42C6-A0FE-3D9D3FA93F75}"/>
              </a:ext>
            </a:extLst>
          </p:cNvPr>
          <p:cNvSpPr txBox="1"/>
          <p:nvPr/>
        </p:nvSpPr>
        <p:spPr>
          <a:xfrm>
            <a:off x="4182310" y="1530852"/>
            <a:ext cx="2039121" cy="64633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en-US" altLang="ko-KR" sz="1200" b="1" dirty="0">
                <a:latin typeface="Times New Roman" panose="02020603050405020304" pitchFamily="18" charset="0"/>
                <a:ea typeface="나눔스퀘어OTF" panose="020B0600000101010101" pitchFamily="34" charset="-127"/>
                <a:cs typeface="Times New Roman" panose="02020603050405020304" pitchFamily="18" charset="0"/>
              </a:rPr>
              <a:t>? </a:t>
            </a:r>
            <a:r>
              <a:rPr lang="en-US" altLang="ko-KR" sz="1200" b="1" dirty="0" err="1">
                <a:latin typeface="Times New Roman" panose="02020603050405020304" pitchFamily="18" charset="0"/>
                <a:ea typeface="나눔스퀘어OTF" panose="020B0600000101010101" pitchFamily="34" charset="-127"/>
                <a:cs typeface="Times New Roman" panose="02020603050405020304" pitchFamily="18" charset="0"/>
              </a:rPr>
              <a:t>schedule_info_from_MCS</a:t>
            </a:r>
            <a:endParaRPr lang="en-US" altLang="ko-KR" sz="1200" b="1" dirty="0">
              <a:latin typeface="Times New Roman" panose="02020603050405020304" pitchFamily="18" charset="0"/>
              <a:ea typeface="나눔스퀘어OTF" panose="020B0600000101010101" pitchFamily="34" charset="-127"/>
              <a:cs typeface="Times New Roman" panose="02020603050405020304" pitchFamily="18" charset="0"/>
            </a:endParaRPr>
          </a:p>
          <a:p>
            <a:pPr algn="ctr"/>
            <a:r>
              <a:rPr lang="en-US" altLang="ko-KR" sz="1200" i="1" dirty="0">
                <a:latin typeface="Times New Roman" panose="02020603050405020304" pitchFamily="18" charset="0"/>
                <a:ea typeface="나눔스퀘어OTF" panose="020B0600000101010101" pitchFamily="34" charset="-127"/>
                <a:cs typeface="Times New Roman" panose="02020603050405020304" pitchFamily="18" charset="0"/>
              </a:rPr>
              <a:t>or </a:t>
            </a:r>
          </a:p>
          <a:p>
            <a:pPr algn="ctr"/>
            <a:r>
              <a:rPr lang="en-US" altLang="ko-KR" sz="1200" b="1" dirty="0">
                <a:latin typeface="Times New Roman" panose="02020603050405020304" pitchFamily="18" charset="0"/>
                <a:ea typeface="나눔스퀘어OTF" panose="020B0600000101010101" pitchFamily="34" charset="-127"/>
                <a:cs typeface="Times New Roman" panose="02020603050405020304" pitchFamily="18" charset="0"/>
              </a:rPr>
              <a:t>? </a:t>
            </a:r>
            <a:r>
              <a:rPr lang="en-US" altLang="ko-KR" sz="1200" b="1" dirty="0" err="1">
                <a:latin typeface="Times New Roman" panose="02020603050405020304" pitchFamily="18" charset="0"/>
                <a:ea typeface="나눔스퀘어OTF" panose="020B0600000101010101" pitchFamily="34" charset="-127"/>
                <a:cs typeface="Times New Roman" panose="02020603050405020304" pitchFamily="18" charset="0"/>
              </a:rPr>
              <a:t>amr_info_from_tm</a:t>
            </a:r>
            <a:endParaRPr lang="en-US" altLang="ko-KR" sz="1200" b="1" dirty="0">
              <a:latin typeface="Times New Roman" panose="02020603050405020304" pitchFamily="18" charset="0"/>
              <a:ea typeface="나눔스퀘어OTF" panose="020B0600000101010101" pitchFamily="34" charset="-127"/>
              <a:cs typeface="Times New Roman" panose="02020603050405020304" pitchFamily="18" charset="0"/>
            </a:endParaRPr>
          </a:p>
        </p:txBody>
      </p:sp>
      <p:grpSp>
        <p:nvGrpSpPr>
          <p:cNvPr id="85" name="그룹 84">
            <a:extLst>
              <a:ext uri="{FF2B5EF4-FFF2-40B4-BE49-F238E27FC236}">
                <a16:creationId xmlns:a16="http://schemas.microsoft.com/office/drawing/2014/main" id="{0B8D168C-D26E-4C3F-9C25-4ACDBB6A3D62}"/>
              </a:ext>
            </a:extLst>
          </p:cNvPr>
          <p:cNvGrpSpPr/>
          <p:nvPr/>
        </p:nvGrpSpPr>
        <p:grpSpPr>
          <a:xfrm>
            <a:off x="8503927" y="2204955"/>
            <a:ext cx="1080751" cy="1080000"/>
            <a:chOff x="1303863" y="2939799"/>
            <a:chExt cx="1080751" cy="1080000"/>
          </a:xfrm>
        </p:grpSpPr>
        <p:sp>
          <p:nvSpPr>
            <p:cNvPr id="86" name="타원 85">
              <a:extLst>
                <a:ext uri="{FF2B5EF4-FFF2-40B4-BE49-F238E27FC236}">
                  <a16:creationId xmlns:a16="http://schemas.microsoft.com/office/drawing/2014/main" id="{C3E18E0F-AC27-4997-A5EF-31540C5701C5}"/>
                </a:ext>
              </a:extLst>
            </p:cNvPr>
            <p:cNvSpPr/>
            <p:nvPr/>
          </p:nvSpPr>
          <p:spPr>
            <a:xfrm>
              <a:off x="1303863" y="2939799"/>
              <a:ext cx="1080000" cy="1080000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 dirty="0">
                <a:solidFill>
                  <a:schemeClr val="tx1"/>
                </a:solidFill>
                <a:latin typeface="Times New Roman" panose="02020603050405020304" pitchFamily="18" charset="0"/>
                <a:ea typeface="나눔스퀘어OTF" panose="020B0600000101010101" pitchFamily="34" charset="-127"/>
                <a:cs typeface="Times New Roman" panose="02020603050405020304" pitchFamily="18" charset="0"/>
              </a:endParaRPr>
            </a:p>
          </p:txBody>
        </p:sp>
        <p:sp>
          <p:nvSpPr>
            <p:cNvPr id="87" name="TextBox 86">
              <a:extLst>
                <a:ext uri="{FF2B5EF4-FFF2-40B4-BE49-F238E27FC236}">
                  <a16:creationId xmlns:a16="http://schemas.microsoft.com/office/drawing/2014/main" id="{3EC09510-3C98-4298-8834-128775E378D4}"/>
                </a:ext>
              </a:extLst>
            </p:cNvPr>
            <p:cNvSpPr txBox="1"/>
            <p:nvPr/>
          </p:nvSpPr>
          <p:spPr>
            <a:xfrm>
              <a:off x="1304847" y="3123944"/>
              <a:ext cx="1078030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3600" tIns="45720" rIns="3600" bIns="45720" rtlCol="0" anchor="ctr">
              <a:spAutoFit/>
            </a:bodyPr>
            <a:lstStyle/>
            <a:p>
              <a:pPr algn="ctr"/>
              <a:r>
                <a:rPr lang="en-US" altLang="ko-KR" sz="1200" dirty="0">
                  <a:latin typeface="Times New Roman" panose="02020603050405020304" pitchFamily="18" charset="0"/>
                  <a:ea typeface="나눔스퀘어OTF" panose="020B0600000101010101" pitchFamily="34" charset="-127"/>
                  <a:cs typeface="Times New Roman" panose="02020603050405020304" pitchFamily="18" charset="0"/>
                </a:rPr>
                <a:t>WAIT</a:t>
              </a:r>
            </a:p>
          </p:txBody>
        </p:sp>
        <p:cxnSp>
          <p:nvCxnSpPr>
            <p:cNvPr id="88" name="직선 연결선 87">
              <a:extLst>
                <a:ext uri="{FF2B5EF4-FFF2-40B4-BE49-F238E27FC236}">
                  <a16:creationId xmlns:a16="http://schemas.microsoft.com/office/drawing/2014/main" id="{4C807CFB-3584-4DE4-8101-7915AD61E823}"/>
                </a:ext>
              </a:extLst>
            </p:cNvPr>
            <p:cNvCxnSpPr>
              <a:cxnSpLocks/>
              <a:stCxn id="86" idx="2"/>
              <a:endCxn id="86" idx="6"/>
            </p:cNvCxnSpPr>
            <p:nvPr/>
          </p:nvCxnSpPr>
          <p:spPr>
            <a:xfrm>
              <a:off x="1303863" y="3479799"/>
              <a:ext cx="1080000" cy="0"/>
            </a:xfrm>
            <a:prstGeom prst="line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9" name="TextBox 88">
              <a:extLst>
                <a:ext uri="{FF2B5EF4-FFF2-40B4-BE49-F238E27FC236}">
                  <a16:creationId xmlns:a16="http://schemas.microsoft.com/office/drawing/2014/main" id="{02A375E8-2247-47DC-9F7C-49446330DB00}"/>
                </a:ext>
              </a:extLst>
            </p:cNvPr>
            <p:cNvSpPr txBox="1"/>
            <p:nvPr/>
          </p:nvSpPr>
          <p:spPr>
            <a:xfrm>
              <a:off x="1307186" y="3566729"/>
              <a:ext cx="1077428" cy="276999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ctr">
              <a:spAutoFit/>
            </a:bodyPr>
            <a:lstStyle/>
            <a:p>
              <a:pPr algn="ctr"/>
              <a:r>
                <a:rPr lang="en-US" altLang="ko-KR" sz="1200" dirty="0">
                  <a:latin typeface="Times New Roman" panose="02020603050405020304" pitchFamily="18" charset="0"/>
                  <a:ea typeface="나눔스퀘어OTF" panose="020B0600000101010101" pitchFamily="34" charset="-127"/>
                  <a:cs typeface="Times New Roman" panose="02020603050405020304" pitchFamily="18" charset="0"/>
                </a:rPr>
                <a:t>ta = ∞ </a:t>
              </a:r>
            </a:p>
          </p:txBody>
        </p:sp>
      </p:grpSp>
      <p:cxnSp>
        <p:nvCxnSpPr>
          <p:cNvPr id="90" name="직선 화살표 연결선 89">
            <a:extLst>
              <a:ext uri="{FF2B5EF4-FFF2-40B4-BE49-F238E27FC236}">
                <a16:creationId xmlns:a16="http://schemas.microsoft.com/office/drawing/2014/main" id="{C536E49F-F7C5-4194-BC1A-1E179143923A}"/>
              </a:ext>
            </a:extLst>
          </p:cNvPr>
          <p:cNvCxnSpPr>
            <a:cxnSpLocks/>
            <a:stCxn id="74" idx="7"/>
            <a:endCxn id="86" idx="1"/>
          </p:cNvCxnSpPr>
          <p:nvPr/>
        </p:nvCxnSpPr>
        <p:spPr>
          <a:xfrm>
            <a:off x="7059122" y="2363117"/>
            <a:ext cx="1602967" cy="0"/>
          </a:xfrm>
          <a:prstGeom prst="straightConnector1">
            <a:avLst/>
          </a:prstGeom>
          <a:ln w="12700">
            <a:solidFill>
              <a:schemeClr val="tx1"/>
            </a:solidFill>
            <a:prstDash val="dash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1" name="TextBox 90">
            <a:extLst>
              <a:ext uri="{FF2B5EF4-FFF2-40B4-BE49-F238E27FC236}">
                <a16:creationId xmlns:a16="http://schemas.microsoft.com/office/drawing/2014/main" id="{E543D898-4334-4547-B44E-7A9C161908D4}"/>
              </a:ext>
            </a:extLst>
          </p:cNvPr>
          <p:cNvSpPr txBox="1"/>
          <p:nvPr/>
        </p:nvSpPr>
        <p:spPr>
          <a:xfrm>
            <a:off x="6786871" y="2038544"/>
            <a:ext cx="2127373" cy="276999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en-US" altLang="ko-KR" sz="1200" b="1" dirty="0">
                <a:latin typeface="Times New Roman" panose="02020603050405020304" pitchFamily="18" charset="0"/>
                <a:ea typeface="나눔스퀘어OTF" panose="020B0600000101010101" pitchFamily="34" charset="-127"/>
                <a:cs typeface="Times New Roman" panose="02020603050405020304" pitchFamily="18" charset="0"/>
              </a:rPr>
              <a:t>! </a:t>
            </a:r>
            <a:r>
              <a:rPr lang="en-US" altLang="ko-KR" sz="1200" b="1" dirty="0" err="1">
                <a:latin typeface="Times New Roman" panose="02020603050405020304" pitchFamily="18" charset="0"/>
                <a:ea typeface="나눔스퀘어OTF" panose="020B0600000101010101" pitchFamily="34" charset="-127"/>
                <a:cs typeface="Times New Roman" panose="02020603050405020304" pitchFamily="18" charset="0"/>
              </a:rPr>
              <a:t>amr_req_to_tm</a:t>
            </a:r>
            <a:endParaRPr lang="ko-KR" altLang="en-US" sz="1100" b="1" dirty="0">
              <a:latin typeface="Times New Roman" panose="02020603050405020304" pitchFamily="18" charset="0"/>
              <a:ea typeface="나눔스퀘어OTF" panose="020B0600000101010101" pitchFamily="34" charset="-127"/>
              <a:cs typeface="Times New Roman" panose="02020603050405020304" pitchFamily="18" charset="0"/>
            </a:endParaRPr>
          </a:p>
        </p:txBody>
      </p:sp>
      <p:cxnSp>
        <p:nvCxnSpPr>
          <p:cNvPr id="92" name="직선 화살표 연결선 91">
            <a:extLst>
              <a:ext uri="{FF2B5EF4-FFF2-40B4-BE49-F238E27FC236}">
                <a16:creationId xmlns:a16="http://schemas.microsoft.com/office/drawing/2014/main" id="{135E488B-0431-451F-AC4F-F80DA09D153E}"/>
              </a:ext>
            </a:extLst>
          </p:cNvPr>
          <p:cNvCxnSpPr>
            <a:cxnSpLocks/>
            <a:stCxn id="86" idx="3"/>
            <a:endCxn id="74" idx="5"/>
          </p:cNvCxnSpPr>
          <p:nvPr/>
        </p:nvCxnSpPr>
        <p:spPr>
          <a:xfrm flipH="1">
            <a:off x="7059122" y="3126793"/>
            <a:ext cx="1602967" cy="0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3" name="TextBox 92">
            <a:extLst>
              <a:ext uri="{FF2B5EF4-FFF2-40B4-BE49-F238E27FC236}">
                <a16:creationId xmlns:a16="http://schemas.microsoft.com/office/drawing/2014/main" id="{919F882D-BC07-4DF2-B623-FFFB331E065D}"/>
              </a:ext>
            </a:extLst>
          </p:cNvPr>
          <p:cNvSpPr txBox="1"/>
          <p:nvPr/>
        </p:nvSpPr>
        <p:spPr>
          <a:xfrm>
            <a:off x="6787760" y="3124918"/>
            <a:ext cx="2127373" cy="276999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en-US" altLang="ko-KR" sz="1200" b="1" dirty="0">
                <a:latin typeface="Times New Roman" panose="02020603050405020304" pitchFamily="18" charset="0"/>
                <a:ea typeface="나눔스퀘어OTF" panose="020B0600000101010101" pitchFamily="34" charset="-127"/>
                <a:cs typeface="Times New Roman" panose="02020603050405020304" pitchFamily="18" charset="0"/>
              </a:rPr>
              <a:t>? </a:t>
            </a:r>
            <a:r>
              <a:rPr lang="en-US" altLang="ko-KR" sz="1200" b="1" dirty="0" err="1">
                <a:latin typeface="Times New Roman" panose="02020603050405020304" pitchFamily="18" charset="0"/>
                <a:ea typeface="나눔스퀘어OTF" panose="020B0600000101010101" pitchFamily="34" charset="-127"/>
                <a:cs typeface="Times New Roman" panose="02020603050405020304" pitchFamily="18" charset="0"/>
              </a:rPr>
              <a:t>amr_info_from_tm</a:t>
            </a:r>
            <a:endParaRPr lang="ko-KR" altLang="en-US" sz="1100" b="1" dirty="0">
              <a:latin typeface="Times New Roman" panose="02020603050405020304" pitchFamily="18" charset="0"/>
              <a:ea typeface="나눔스퀘어OTF" panose="020B0600000101010101" pitchFamily="34" charset="-127"/>
              <a:cs typeface="Times New Roman" panose="02020603050405020304" pitchFamily="18" charset="0"/>
            </a:endParaRPr>
          </a:p>
        </p:txBody>
      </p:sp>
      <p:grpSp>
        <p:nvGrpSpPr>
          <p:cNvPr id="94" name="그룹 93">
            <a:extLst>
              <a:ext uri="{FF2B5EF4-FFF2-40B4-BE49-F238E27FC236}">
                <a16:creationId xmlns:a16="http://schemas.microsoft.com/office/drawing/2014/main" id="{74924AAC-D965-482D-8EDC-38BA83DB0D36}"/>
              </a:ext>
            </a:extLst>
          </p:cNvPr>
          <p:cNvGrpSpPr/>
          <p:nvPr/>
        </p:nvGrpSpPr>
        <p:grpSpPr>
          <a:xfrm>
            <a:off x="6137284" y="4088016"/>
            <a:ext cx="1080751" cy="1080000"/>
            <a:chOff x="1303863" y="2939799"/>
            <a:chExt cx="1080751" cy="1080000"/>
          </a:xfrm>
        </p:grpSpPr>
        <p:sp>
          <p:nvSpPr>
            <p:cNvPr id="95" name="타원 94">
              <a:extLst>
                <a:ext uri="{FF2B5EF4-FFF2-40B4-BE49-F238E27FC236}">
                  <a16:creationId xmlns:a16="http://schemas.microsoft.com/office/drawing/2014/main" id="{61FB5B4F-BF52-4330-B9E7-BF04E1D76D7A}"/>
                </a:ext>
              </a:extLst>
            </p:cNvPr>
            <p:cNvSpPr/>
            <p:nvPr/>
          </p:nvSpPr>
          <p:spPr>
            <a:xfrm>
              <a:off x="1303863" y="2939799"/>
              <a:ext cx="1080000" cy="1080000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 dirty="0">
                <a:solidFill>
                  <a:schemeClr val="tx1"/>
                </a:solidFill>
                <a:latin typeface="Times New Roman" panose="02020603050405020304" pitchFamily="18" charset="0"/>
                <a:ea typeface="나눔스퀘어OTF" panose="020B0600000101010101" pitchFamily="34" charset="-127"/>
                <a:cs typeface="Times New Roman" panose="02020603050405020304" pitchFamily="18" charset="0"/>
              </a:endParaRPr>
            </a:p>
          </p:txBody>
        </p:sp>
        <p:sp>
          <p:nvSpPr>
            <p:cNvPr id="97" name="TextBox 96">
              <a:extLst>
                <a:ext uri="{FF2B5EF4-FFF2-40B4-BE49-F238E27FC236}">
                  <a16:creationId xmlns:a16="http://schemas.microsoft.com/office/drawing/2014/main" id="{0EF7CEE7-957D-4409-8A54-A0C8F3E39957}"/>
                </a:ext>
              </a:extLst>
            </p:cNvPr>
            <p:cNvSpPr txBox="1"/>
            <p:nvPr/>
          </p:nvSpPr>
          <p:spPr>
            <a:xfrm>
              <a:off x="1304847" y="3123944"/>
              <a:ext cx="1078030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3600" tIns="45720" rIns="3600" bIns="45720" rtlCol="0" anchor="ctr">
              <a:spAutoFit/>
            </a:bodyPr>
            <a:lstStyle/>
            <a:p>
              <a:pPr algn="ctr"/>
              <a:r>
                <a:rPr lang="en-US" altLang="ko-KR" sz="1200" dirty="0">
                  <a:latin typeface="Times New Roman" panose="02020603050405020304" pitchFamily="18" charset="0"/>
                  <a:ea typeface="나눔스퀘어OTF" panose="020B0600000101010101" pitchFamily="34" charset="-127"/>
                  <a:cs typeface="Times New Roman" panose="02020603050405020304" pitchFamily="18" charset="0"/>
                </a:rPr>
                <a:t>COMMAND</a:t>
              </a:r>
            </a:p>
          </p:txBody>
        </p:sp>
        <p:cxnSp>
          <p:nvCxnSpPr>
            <p:cNvPr id="98" name="직선 연결선 97">
              <a:extLst>
                <a:ext uri="{FF2B5EF4-FFF2-40B4-BE49-F238E27FC236}">
                  <a16:creationId xmlns:a16="http://schemas.microsoft.com/office/drawing/2014/main" id="{E9198926-015D-47BF-90C0-BA6C0624BA51}"/>
                </a:ext>
              </a:extLst>
            </p:cNvPr>
            <p:cNvCxnSpPr>
              <a:cxnSpLocks/>
              <a:stCxn id="95" idx="2"/>
              <a:endCxn id="95" idx="6"/>
            </p:cNvCxnSpPr>
            <p:nvPr/>
          </p:nvCxnSpPr>
          <p:spPr>
            <a:xfrm>
              <a:off x="1303863" y="3479799"/>
              <a:ext cx="1080000" cy="0"/>
            </a:xfrm>
            <a:prstGeom prst="line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9" name="TextBox 98">
              <a:extLst>
                <a:ext uri="{FF2B5EF4-FFF2-40B4-BE49-F238E27FC236}">
                  <a16:creationId xmlns:a16="http://schemas.microsoft.com/office/drawing/2014/main" id="{CB64554F-40E4-4E7E-8CE2-F4C77493ABBB}"/>
                </a:ext>
              </a:extLst>
            </p:cNvPr>
            <p:cNvSpPr txBox="1"/>
            <p:nvPr/>
          </p:nvSpPr>
          <p:spPr>
            <a:xfrm>
              <a:off x="1307186" y="3566729"/>
              <a:ext cx="1077428" cy="276999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ctr">
              <a:spAutoFit/>
            </a:bodyPr>
            <a:lstStyle/>
            <a:p>
              <a:pPr algn="ctr"/>
              <a:r>
                <a:rPr lang="en-US" altLang="ko-KR" sz="1200" dirty="0">
                  <a:latin typeface="Times New Roman" panose="02020603050405020304" pitchFamily="18" charset="0"/>
                  <a:ea typeface="나눔스퀘어OTF" panose="020B0600000101010101" pitchFamily="34" charset="-127"/>
                  <a:cs typeface="Times New Roman" panose="02020603050405020304" pitchFamily="18" charset="0"/>
                </a:rPr>
                <a:t>ta = 0</a:t>
              </a:r>
            </a:p>
          </p:txBody>
        </p:sp>
      </p:grpSp>
      <p:cxnSp>
        <p:nvCxnSpPr>
          <p:cNvPr id="100" name="직선 화살표 연결선 99">
            <a:extLst>
              <a:ext uri="{FF2B5EF4-FFF2-40B4-BE49-F238E27FC236}">
                <a16:creationId xmlns:a16="http://schemas.microsoft.com/office/drawing/2014/main" id="{780AA61B-0278-432A-B7A2-191DFE72A656}"/>
              </a:ext>
            </a:extLst>
          </p:cNvPr>
          <p:cNvCxnSpPr>
            <a:cxnSpLocks/>
            <a:stCxn id="74" idx="4"/>
            <a:endCxn id="95" idx="0"/>
          </p:cNvCxnSpPr>
          <p:nvPr/>
        </p:nvCxnSpPr>
        <p:spPr>
          <a:xfrm>
            <a:off x="6677284" y="3284955"/>
            <a:ext cx="0" cy="803061"/>
          </a:xfrm>
          <a:prstGeom prst="straightConnector1">
            <a:avLst/>
          </a:prstGeom>
          <a:ln w="12700">
            <a:solidFill>
              <a:schemeClr val="tx1"/>
            </a:solidFill>
            <a:prstDash val="dash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2" name="TextBox 111">
            <a:extLst>
              <a:ext uri="{FF2B5EF4-FFF2-40B4-BE49-F238E27FC236}">
                <a16:creationId xmlns:a16="http://schemas.microsoft.com/office/drawing/2014/main" id="{9AE3F4DC-3454-4FFF-9270-B462CFD6C9A0}"/>
              </a:ext>
            </a:extLst>
          </p:cNvPr>
          <p:cNvSpPr txBox="1"/>
          <p:nvPr/>
        </p:nvSpPr>
        <p:spPr>
          <a:xfrm>
            <a:off x="4422833" y="3974687"/>
            <a:ext cx="1503257" cy="61555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ko-KR" sz="1200" b="1" dirty="0">
                <a:latin typeface="Times New Roman" panose="02020603050405020304" pitchFamily="18" charset="0"/>
                <a:ea typeface="나눔스퀘어OTF" panose="020B0600000101010101" pitchFamily="34" charset="-127"/>
                <a:cs typeface="Times New Roman" panose="02020603050405020304" pitchFamily="18" charset="0"/>
              </a:rPr>
              <a:t>! </a:t>
            </a:r>
            <a:r>
              <a:rPr lang="en-US" altLang="ko-KR" sz="1200" b="1" dirty="0" err="1">
                <a:latin typeface="Times New Roman" panose="02020603050405020304" pitchFamily="18" charset="0"/>
                <a:ea typeface="나눔스퀘어OTF" panose="020B0600000101010101" pitchFamily="34" charset="-127"/>
                <a:cs typeface="Times New Roman" panose="02020603050405020304" pitchFamily="18" charset="0"/>
              </a:rPr>
              <a:t>cmd_to_amr</a:t>
            </a:r>
            <a:endParaRPr lang="en-US" altLang="ko-KR" sz="1200" b="1" dirty="0">
              <a:latin typeface="Times New Roman" panose="02020603050405020304" pitchFamily="18" charset="0"/>
              <a:ea typeface="나눔스퀘어OTF" panose="020B0600000101010101" pitchFamily="34" charset="-127"/>
              <a:cs typeface="Times New Roman" panose="02020603050405020304" pitchFamily="18" charset="0"/>
            </a:endParaRPr>
          </a:p>
          <a:p>
            <a:r>
              <a:rPr lang="en-US" altLang="ko-KR" sz="1100" i="1" dirty="0">
                <a:latin typeface="Times New Roman" panose="02020603050405020304" pitchFamily="18" charset="0"/>
                <a:ea typeface="나눔스퀘어" panose="020B0600000101010101" pitchFamily="50" charset="-127"/>
                <a:cs typeface="Times New Roman" panose="02020603050405020304" pitchFamily="18" charset="0"/>
              </a:rPr>
              <a:t>/</a:t>
            </a:r>
            <a:r>
              <a:rPr lang="en-US" altLang="ko-KR" sz="1100" i="1" dirty="0" err="1">
                <a:latin typeface="Times New Roman" panose="02020603050405020304" pitchFamily="18" charset="0"/>
                <a:ea typeface="나눔스퀘어" panose="020B0600000101010101" pitchFamily="50" charset="-127"/>
                <a:cs typeface="Times New Roman" panose="02020603050405020304" pitchFamily="18" charset="0"/>
              </a:rPr>
              <a:t>routingAlgorithm</a:t>
            </a:r>
            <a:r>
              <a:rPr lang="en-US" altLang="ko-KR" sz="1100" i="1" dirty="0">
                <a:latin typeface="Times New Roman" panose="02020603050405020304" pitchFamily="18" charset="0"/>
                <a:ea typeface="나눔스퀘어" panose="020B0600000101010101" pitchFamily="50" charset="-127"/>
                <a:cs typeface="Times New Roman" panose="02020603050405020304" pitchFamily="18" charset="0"/>
              </a:rPr>
              <a:t>()</a:t>
            </a:r>
          </a:p>
          <a:p>
            <a:r>
              <a:rPr lang="en-US" altLang="ko-KR" sz="1100" i="1" dirty="0">
                <a:latin typeface="Times New Roman" panose="02020603050405020304" pitchFamily="18" charset="0"/>
                <a:ea typeface="나눔스퀘어" panose="020B0600000101010101" pitchFamily="50" charset="-127"/>
                <a:cs typeface="Times New Roman" panose="02020603050405020304" pitchFamily="18" charset="0"/>
              </a:rPr>
              <a:t>/</a:t>
            </a:r>
            <a:r>
              <a:rPr lang="en-US" altLang="ko-KR" sz="1100" i="1" dirty="0" err="1">
                <a:latin typeface="Times New Roman" panose="02020603050405020304" pitchFamily="18" charset="0"/>
                <a:ea typeface="나눔스퀘어" panose="020B0600000101010101" pitchFamily="50" charset="-127"/>
                <a:cs typeface="Times New Roman" panose="02020603050405020304" pitchFamily="18" charset="0"/>
              </a:rPr>
              <a:t>dispatchingAlgorithm</a:t>
            </a:r>
            <a:r>
              <a:rPr lang="en-US" altLang="ko-KR" sz="1100" i="1" dirty="0">
                <a:latin typeface="Times New Roman" panose="02020603050405020304" pitchFamily="18" charset="0"/>
                <a:ea typeface="나눔스퀘어" panose="020B0600000101010101" pitchFamily="50" charset="-127"/>
                <a:cs typeface="Times New Roman" panose="02020603050405020304" pitchFamily="18" charset="0"/>
              </a:rPr>
              <a:t>() </a:t>
            </a:r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C22AC804-B476-427E-A1B2-287BA552BD0D}"/>
              </a:ext>
            </a:extLst>
          </p:cNvPr>
          <p:cNvSpPr txBox="1"/>
          <p:nvPr/>
        </p:nvSpPr>
        <p:spPr>
          <a:xfrm>
            <a:off x="2651392" y="3395096"/>
            <a:ext cx="2243126" cy="276999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ko-KR" sz="1200" b="1" dirty="0">
                <a:latin typeface="Times New Roman" panose="02020603050405020304" pitchFamily="18" charset="0"/>
                <a:ea typeface="나눔스퀘어OTF" panose="020B0600000101010101" pitchFamily="34" charset="-127"/>
                <a:cs typeface="Times New Roman" panose="02020603050405020304" pitchFamily="18" charset="0"/>
              </a:rPr>
              <a:t>! </a:t>
            </a:r>
            <a:r>
              <a:rPr lang="en-US" altLang="ko-KR" sz="1200" b="1" dirty="0" err="1">
                <a:latin typeface="Times New Roman" panose="02020603050405020304" pitchFamily="18" charset="0"/>
                <a:ea typeface="나눔스퀘어OTF" panose="020B0600000101010101" pitchFamily="34" charset="-127"/>
                <a:cs typeface="Times New Roman" panose="02020603050405020304" pitchFamily="18" charset="0"/>
              </a:rPr>
              <a:t>operation_result_to_analyzer</a:t>
            </a:r>
            <a:endParaRPr lang="en-US" altLang="ko-KR" sz="1100" dirty="0">
              <a:latin typeface="Times New Roman" panose="02020603050405020304" pitchFamily="18" charset="0"/>
              <a:ea typeface="나눔스퀘어" panose="020B0600000101010101" pitchFamily="50" charset="-127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D032FD7-22AD-CA47-67CB-CCF852A26353}"/>
              </a:ext>
            </a:extLst>
          </p:cNvPr>
          <p:cNvSpPr txBox="1"/>
          <p:nvPr/>
        </p:nvSpPr>
        <p:spPr>
          <a:xfrm>
            <a:off x="6632531" y="3504981"/>
            <a:ext cx="157000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200" i="1" dirty="0">
                <a:latin typeface="Times New Roman" panose="02020603050405020304" pitchFamily="18" charset="0"/>
                <a:ea typeface="나눔스퀘어" panose="020B0600000101010101" pitchFamily="50" charset="-127"/>
                <a:cs typeface="Times New Roman" panose="02020603050405020304" pitchFamily="18" charset="0"/>
              </a:rPr>
              <a:t>@ got</a:t>
            </a:r>
            <a:r>
              <a:rPr lang="ko-KR" altLang="en-US" sz="1200" i="1" dirty="0">
                <a:latin typeface="Times New Roman" panose="02020603050405020304" pitchFamily="18" charset="0"/>
                <a:ea typeface="나눔스퀘어" panose="020B0600000101010101" pitchFamily="50" charset="-127"/>
                <a:cs typeface="Times New Roman" panose="02020603050405020304" pitchFamily="18" charset="0"/>
              </a:rPr>
              <a:t> </a:t>
            </a:r>
            <a:r>
              <a:rPr lang="en-US" altLang="ko-KR" sz="1200" i="1" dirty="0">
                <a:latin typeface="Times New Roman" panose="02020603050405020304" pitchFamily="18" charset="0"/>
                <a:ea typeface="나눔스퀘어" panose="020B0600000101010101" pitchFamily="50" charset="-127"/>
                <a:cs typeface="Times New Roman" panose="02020603050405020304" pitchFamily="18" charset="0"/>
              </a:rPr>
              <a:t>result</a:t>
            </a:r>
            <a:r>
              <a:rPr lang="ko-KR" altLang="en-US" sz="1200" i="1" dirty="0">
                <a:latin typeface="Times New Roman" panose="02020603050405020304" pitchFamily="18" charset="0"/>
                <a:ea typeface="나눔스퀘어" panose="020B0600000101010101" pitchFamily="50" charset="-127"/>
                <a:cs typeface="Times New Roman" panose="02020603050405020304" pitchFamily="18" charset="0"/>
              </a:rPr>
              <a:t> </a:t>
            </a:r>
            <a:r>
              <a:rPr lang="en-US" altLang="ko-KR" sz="1200" i="1" dirty="0">
                <a:latin typeface="Times New Roman" panose="02020603050405020304" pitchFamily="18" charset="0"/>
                <a:ea typeface="나눔스퀘어" panose="020B0600000101010101" pitchFamily="50" charset="-127"/>
                <a:cs typeface="Times New Roman" panose="02020603050405020304" pitchFamily="18" charset="0"/>
              </a:rPr>
              <a:t>==</a:t>
            </a:r>
            <a:r>
              <a:rPr lang="ko-KR" altLang="en-US" sz="1200" i="1" dirty="0">
                <a:latin typeface="Times New Roman" panose="02020603050405020304" pitchFamily="18" charset="0"/>
                <a:ea typeface="나눔스퀘어" panose="020B0600000101010101" pitchFamily="50" charset="-127"/>
                <a:cs typeface="Times New Roman" panose="02020603050405020304" pitchFamily="18" charset="0"/>
              </a:rPr>
              <a:t> </a:t>
            </a:r>
            <a:r>
              <a:rPr lang="en-US" altLang="ko-KR" sz="1200" i="1" dirty="0">
                <a:latin typeface="Times New Roman" panose="02020603050405020304" pitchFamily="18" charset="0"/>
                <a:ea typeface="나눔스퀘어" panose="020B0600000101010101" pitchFamily="50" charset="-127"/>
                <a:cs typeface="Times New Roman" panose="02020603050405020304" pitchFamily="18" charset="0"/>
              </a:rPr>
              <a:t>true</a:t>
            </a:r>
          </a:p>
          <a:p>
            <a:pPr algn="ctr"/>
            <a:r>
              <a:rPr lang="en-US" altLang="ko-KR" sz="1200" i="1" dirty="0">
                <a:latin typeface="Times New Roman" panose="02020603050405020304" pitchFamily="18" charset="0"/>
                <a:ea typeface="나눔스퀘어" panose="020B0600000101010101" pitchFamily="50" charset="-127"/>
                <a:cs typeface="Times New Roman" panose="02020603050405020304" pitchFamily="18" charset="0"/>
              </a:rPr>
              <a:t>is</a:t>
            </a:r>
            <a:r>
              <a:rPr lang="ko-KR" altLang="en-US" sz="1200" i="1" dirty="0">
                <a:latin typeface="Times New Roman" panose="02020603050405020304" pitchFamily="18" charset="0"/>
                <a:ea typeface="나눔스퀘어" panose="020B0600000101010101" pitchFamily="50" charset="-127"/>
                <a:cs typeface="Times New Roman" panose="02020603050405020304" pitchFamily="18" charset="0"/>
              </a:rPr>
              <a:t> </a:t>
            </a:r>
            <a:r>
              <a:rPr lang="en-US" altLang="ko-KR" sz="1200" i="1" dirty="0">
                <a:latin typeface="Times New Roman" panose="02020603050405020304" pitchFamily="18" charset="0"/>
                <a:ea typeface="나눔스퀘어" panose="020B0600000101010101" pitchFamily="50" charset="-127"/>
                <a:cs typeface="Times New Roman" panose="02020603050405020304" pitchFamily="18" charset="0"/>
              </a:rPr>
              <a:t>dispatchable </a:t>
            </a:r>
            <a:r>
              <a:rPr lang="en-US" altLang="ko-KR" sz="1200" i="1" dirty="0" err="1">
                <a:latin typeface="Times New Roman" panose="02020603050405020304" pitchFamily="18" charset="0"/>
                <a:ea typeface="나눔스퀘어" panose="020B0600000101010101" pitchFamily="50" charset="-127"/>
                <a:cs typeface="Times New Roman" panose="02020603050405020304" pitchFamily="18" charset="0"/>
              </a:rPr>
              <a:t>amr</a:t>
            </a:r>
            <a:endParaRPr lang="en-US" altLang="ko-KR" sz="1200" i="1" dirty="0">
              <a:latin typeface="Times New Roman" panose="02020603050405020304" pitchFamily="18" charset="0"/>
              <a:ea typeface="나눔스퀘어" panose="020B0600000101010101" pitchFamily="50" charset="-127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C9CD2F6-A33A-2112-FFB8-7CC4AD92ED80}"/>
              </a:ext>
            </a:extLst>
          </p:cNvPr>
          <p:cNvSpPr txBox="1"/>
          <p:nvPr/>
        </p:nvSpPr>
        <p:spPr>
          <a:xfrm>
            <a:off x="7011187" y="1832801"/>
            <a:ext cx="169883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200" i="1" dirty="0">
                <a:latin typeface="Times New Roman" panose="02020603050405020304" pitchFamily="18" charset="0"/>
                <a:ea typeface="나눔스퀘어" panose="020B0600000101010101" pitchFamily="50" charset="-127"/>
                <a:cs typeface="Times New Roman" panose="02020603050405020304" pitchFamily="18" charset="0"/>
              </a:rPr>
              <a:t>@ got</a:t>
            </a:r>
            <a:r>
              <a:rPr lang="ko-KR" altLang="en-US" sz="1200" i="1" dirty="0">
                <a:latin typeface="Times New Roman" panose="02020603050405020304" pitchFamily="18" charset="0"/>
                <a:ea typeface="나눔스퀘어" panose="020B0600000101010101" pitchFamily="50" charset="-127"/>
                <a:cs typeface="Times New Roman" panose="02020603050405020304" pitchFamily="18" charset="0"/>
              </a:rPr>
              <a:t> </a:t>
            </a:r>
            <a:r>
              <a:rPr lang="en-US" altLang="ko-KR" sz="1200" i="1" dirty="0">
                <a:latin typeface="Times New Roman" panose="02020603050405020304" pitchFamily="18" charset="0"/>
                <a:ea typeface="나눔스퀘어" panose="020B0600000101010101" pitchFamily="50" charset="-127"/>
                <a:cs typeface="Times New Roman" panose="02020603050405020304" pitchFamily="18" charset="0"/>
              </a:rPr>
              <a:t>result</a:t>
            </a:r>
            <a:r>
              <a:rPr lang="ko-KR" altLang="en-US" sz="1200" i="1" dirty="0">
                <a:latin typeface="Times New Roman" panose="02020603050405020304" pitchFamily="18" charset="0"/>
                <a:ea typeface="나눔스퀘어" panose="020B0600000101010101" pitchFamily="50" charset="-127"/>
                <a:cs typeface="Times New Roman" panose="02020603050405020304" pitchFamily="18" charset="0"/>
              </a:rPr>
              <a:t> </a:t>
            </a:r>
            <a:r>
              <a:rPr lang="en-US" altLang="ko-KR" sz="1200" i="1" dirty="0">
                <a:latin typeface="Times New Roman" panose="02020603050405020304" pitchFamily="18" charset="0"/>
                <a:ea typeface="나눔스퀘어" panose="020B0600000101010101" pitchFamily="50" charset="-127"/>
                <a:cs typeface="Times New Roman" panose="02020603050405020304" pitchFamily="18" charset="0"/>
              </a:rPr>
              <a:t>==</a:t>
            </a:r>
            <a:r>
              <a:rPr lang="ko-KR" altLang="en-US" sz="1200" i="1" dirty="0">
                <a:latin typeface="Times New Roman" panose="02020603050405020304" pitchFamily="18" charset="0"/>
                <a:ea typeface="나눔스퀘어" panose="020B0600000101010101" pitchFamily="50" charset="-127"/>
                <a:cs typeface="Times New Roman" panose="02020603050405020304" pitchFamily="18" charset="0"/>
              </a:rPr>
              <a:t> </a:t>
            </a:r>
            <a:r>
              <a:rPr lang="en-US" altLang="ko-KR" sz="1200" i="1" dirty="0">
                <a:latin typeface="Times New Roman" panose="02020603050405020304" pitchFamily="18" charset="0"/>
                <a:ea typeface="나눔스퀘어" panose="020B0600000101010101" pitchFamily="50" charset="-127"/>
                <a:cs typeface="Times New Roman" panose="02020603050405020304" pitchFamily="18" charset="0"/>
              </a:rPr>
              <a:t>false</a:t>
            </a:r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8A757DC9-A010-DE7A-CDDA-682848A29F54}"/>
              </a:ext>
            </a:extLst>
          </p:cNvPr>
          <p:cNvGrpSpPr/>
          <p:nvPr/>
        </p:nvGrpSpPr>
        <p:grpSpPr>
          <a:xfrm>
            <a:off x="3129904" y="4088016"/>
            <a:ext cx="1080751" cy="1080000"/>
            <a:chOff x="1303863" y="2939799"/>
            <a:chExt cx="1080751" cy="1080000"/>
          </a:xfrm>
        </p:grpSpPr>
        <p:sp>
          <p:nvSpPr>
            <p:cNvPr id="8" name="타원 7">
              <a:extLst>
                <a:ext uri="{FF2B5EF4-FFF2-40B4-BE49-F238E27FC236}">
                  <a16:creationId xmlns:a16="http://schemas.microsoft.com/office/drawing/2014/main" id="{3BF77224-6CD7-53B5-EAE1-FA3C346D4A7D}"/>
                </a:ext>
              </a:extLst>
            </p:cNvPr>
            <p:cNvSpPr/>
            <p:nvPr/>
          </p:nvSpPr>
          <p:spPr>
            <a:xfrm>
              <a:off x="1303863" y="2939799"/>
              <a:ext cx="1080000" cy="1080000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 dirty="0">
                <a:solidFill>
                  <a:schemeClr val="tx1"/>
                </a:solidFill>
                <a:latin typeface="Times New Roman" panose="02020603050405020304" pitchFamily="18" charset="0"/>
                <a:ea typeface="나눔스퀘어OTF" panose="020B0600000101010101" pitchFamily="34" charset="-127"/>
                <a:cs typeface="Times New Roman" panose="02020603050405020304" pitchFamily="18" charset="0"/>
              </a:endParaRP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5801E885-9AA9-AAAC-84B7-5AC98FDE7772}"/>
                </a:ext>
              </a:extLst>
            </p:cNvPr>
            <p:cNvSpPr txBox="1"/>
            <p:nvPr/>
          </p:nvSpPr>
          <p:spPr>
            <a:xfrm>
              <a:off x="1304847" y="3123944"/>
              <a:ext cx="1078030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3600" tIns="45720" rIns="3600" bIns="45720" rtlCol="0" anchor="ctr">
              <a:spAutoFit/>
            </a:bodyPr>
            <a:lstStyle/>
            <a:p>
              <a:pPr algn="ctr"/>
              <a:r>
                <a:rPr lang="en-US" altLang="ko-KR" sz="1200" dirty="0">
                  <a:latin typeface="Times New Roman" panose="02020603050405020304" pitchFamily="18" charset="0"/>
                  <a:ea typeface="나눔스퀘어OTF" panose="020B0600000101010101" pitchFamily="34" charset="-127"/>
                  <a:cs typeface="Times New Roman" panose="02020603050405020304" pitchFamily="18" charset="0"/>
                </a:rPr>
                <a:t>TRANSMIT</a:t>
              </a:r>
            </a:p>
          </p:txBody>
        </p: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B76866EA-8049-FDFA-0A21-A47F50186882}"/>
                </a:ext>
              </a:extLst>
            </p:cNvPr>
            <p:cNvCxnSpPr>
              <a:cxnSpLocks/>
              <a:stCxn id="8" idx="2"/>
              <a:endCxn id="8" idx="6"/>
            </p:cNvCxnSpPr>
            <p:nvPr/>
          </p:nvCxnSpPr>
          <p:spPr>
            <a:xfrm>
              <a:off x="1303863" y="3479799"/>
              <a:ext cx="1080000" cy="0"/>
            </a:xfrm>
            <a:prstGeom prst="line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95D037EA-C409-3586-B30E-2A7E0452F231}"/>
                </a:ext>
              </a:extLst>
            </p:cNvPr>
            <p:cNvSpPr txBox="1"/>
            <p:nvPr/>
          </p:nvSpPr>
          <p:spPr>
            <a:xfrm>
              <a:off x="1307186" y="3566729"/>
              <a:ext cx="1077428" cy="276999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ctr">
              <a:spAutoFit/>
            </a:bodyPr>
            <a:lstStyle/>
            <a:p>
              <a:pPr algn="ctr"/>
              <a:r>
                <a:rPr lang="en-US" altLang="ko-KR" sz="1200" dirty="0">
                  <a:latin typeface="Times New Roman" panose="02020603050405020304" pitchFamily="18" charset="0"/>
                  <a:ea typeface="나눔스퀘어OTF" panose="020B0600000101010101" pitchFamily="34" charset="-127"/>
                  <a:cs typeface="Times New Roman" panose="02020603050405020304" pitchFamily="18" charset="0"/>
                </a:rPr>
                <a:t>ta = 0</a:t>
              </a:r>
            </a:p>
          </p:txBody>
        </p:sp>
      </p:grpSp>
      <p:cxnSp>
        <p:nvCxnSpPr>
          <p:cNvPr id="57" name="직선 화살표 연결선 56">
            <a:extLst>
              <a:ext uri="{FF2B5EF4-FFF2-40B4-BE49-F238E27FC236}">
                <a16:creationId xmlns:a16="http://schemas.microsoft.com/office/drawing/2014/main" id="{C1ECCB46-C5F6-4FAA-B5EC-CC813B0348E3}"/>
              </a:ext>
            </a:extLst>
          </p:cNvPr>
          <p:cNvCxnSpPr>
            <a:cxnSpLocks/>
            <a:endCxn id="8" idx="6"/>
          </p:cNvCxnSpPr>
          <p:nvPr/>
        </p:nvCxnSpPr>
        <p:spPr>
          <a:xfrm flipH="1">
            <a:off x="4209904" y="4628016"/>
            <a:ext cx="1906437" cy="0"/>
          </a:xfrm>
          <a:prstGeom prst="straightConnector1">
            <a:avLst/>
          </a:prstGeom>
          <a:ln w="12700">
            <a:solidFill>
              <a:schemeClr val="tx1"/>
            </a:solidFill>
            <a:prstDash val="dash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직선 화살표 연결선 58">
            <a:extLst>
              <a:ext uri="{FF2B5EF4-FFF2-40B4-BE49-F238E27FC236}">
                <a16:creationId xmlns:a16="http://schemas.microsoft.com/office/drawing/2014/main" id="{3F145EF1-357B-4EC8-9E29-550CECE433C7}"/>
              </a:ext>
            </a:extLst>
          </p:cNvPr>
          <p:cNvCxnSpPr>
            <a:cxnSpLocks/>
            <a:stCxn id="8" idx="0"/>
            <a:endCxn id="103" idx="4"/>
          </p:cNvCxnSpPr>
          <p:nvPr/>
        </p:nvCxnSpPr>
        <p:spPr>
          <a:xfrm flipV="1">
            <a:off x="3669904" y="3284955"/>
            <a:ext cx="1737" cy="803061"/>
          </a:xfrm>
          <a:prstGeom prst="straightConnector1">
            <a:avLst/>
          </a:prstGeom>
          <a:ln w="12700">
            <a:solidFill>
              <a:schemeClr val="tx1"/>
            </a:solidFill>
            <a:prstDash val="dash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직선 연결선 57">
            <a:extLst>
              <a:ext uri="{FF2B5EF4-FFF2-40B4-BE49-F238E27FC236}">
                <a16:creationId xmlns:a16="http://schemas.microsoft.com/office/drawing/2014/main" id="{0FB47040-6B95-4D18-8F26-78B4DC1DCCCA}"/>
              </a:ext>
            </a:extLst>
          </p:cNvPr>
          <p:cNvCxnSpPr>
            <a:cxnSpLocks/>
          </p:cNvCxnSpPr>
          <p:nvPr/>
        </p:nvCxnSpPr>
        <p:spPr>
          <a:xfrm>
            <a:off x="2090798" y="5538611"/>
            <a:ext cx="801040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TextBox 59">
            <a:extLst>
              <a:ext uri="{FF2B5EF4-FFF2-40B4-BE49-F238E27FC236}">
                <a16:creationId xmlns:a16="http://schemas.microsoft.com/office/drawing/2014/main" id="{5936EC72-6285-4651-BA02-16BB89350F72}"/>
              </a:ext>
            </a:extLst>
          </p:cNvPr>
          <p:cNvSpPr txBox="1"/>
          <p:nvPr/>
        </p:nvSpPr>
        <p:spPr>
          <a:xfrm>
            <a:off x="2089812" y="5635431"/>
            <a:ext cx="7569171" cy="415498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ko-KR" sz="1050" i="1" dirty="0" err="1">
                <a:latin typeface="Times New Roman" panose="02020603050405020304" pitchFamily="18" charset="0"/>
                <a:ea typeface="나눔스퀘어" panose="020B0600000101010101" pitchFamily="50" charset="-127"/>
                <a:cs typeface="Times New Roman" panose="02020603050405020304" pitchFamily="18" charset="0"/>
              </a:rPr>
              <a:t>routingAlgorithm</a:t>
            </a:r>
            <a:r>
              <a:rPr lang="en-US" altLang="ko-KR" sz="1050" i="1" dirty="0">
                <a:latin typeface="Times New Roman" panose="02020603050405020304" pitchFamily="18" charset="0"/>
                <a:ea typeface="나눔스퀘어" panose="020B0600000101010101" pitchFamily="50" charset="-127"/>
                <a:cs typeface="Times New Roman" panose="02020603050405020304" pitchFamily="18" charset="0"/>
              </a:rPr>
              <a:t>(): AMR </a:t>
            </a:r>
            <a:r>
              <a:rPr lang="ko-KR" altLang="en-US" sz="1050" i="1" dirty="0">
                <a:latin typeface="Times New Roman" panose="02020603050405020304" pitchFamily="18" charset="0"/>
                <a:ea typeface="나눔스퀘어" panose="020B0600000101010101" pitchFamily="50" charset="-127"/>
                <a:cs typeface="Times New Roman" panose="02020603050405020304" pitchFamily="18" charset="0"/>
              </a:rPr>
              <a:t>경로 계획</a:t>
            </a:r>
            <a:endParaRPr lang="en-US" altLang="ko-KR" sz="1050" i="1" dirty="0">
              <a:latin typeface="Times New Roman" panose="02020603050405020304" pitchFamily="18" charset="0"/>
              <a:ea typeface="나눔스퀘어" panose="020B0600000101010101" pitchFamily="50" charset="-127"/>
              <a:cs typeface="Times New Roman" panose="02020603050405020304" pitchFamily="18" charset="0"/>
            </a:endParaRPr>
          </a:p>
          <a:p>
            <a:r>
              <a:rPr lang="en-US" altLang="ko-KR" sz="1050" i="1" dirty="0" err="1">
                <a:latin typeface="Times New Roman" panose="02020603050405020304" pitchFamily="18" charset="0"/>
                <a:ea typeface="나눔스퀘어" panose="020B0600000101010101" pitchFamily="50" charset="-127"/>
                <a:cs typeface="Times New Roman" panose="02020603050405020304" pitchFamily="18" charset="0"/>
              </a:rPr>
              <a:t>dispatchingAlgorithm</a:t>
            </a:r>
            <a:r>
              <a:rPr lang="en-US" altLang="ko-KR" sz="1050" i="1" dirty="0">
                <a:latin typeface="Times New Roman" panose="02020603050405020304" pitchFamily="18" charset="0"/>
                <a:ea typeface="나눔스퀘어" panose="020B0600000101010101" pitchFamily="50" charset="-127"/>
                <a:cs typeface="Times New Roman" panose="02020603050405020304" pitchFamily="18" charset="0"/>
              </a:rPr>
              <a:t>(): </a:t>
            </a:r>
            <a:r>
              <a:rPr lang="ko-KR" altLang="en-US" sz="1050" i="1" dirty="0">
                <a:latin typeface="Times New Roman" panose="02020603050405020304" pitchFamily="18" charset="0"/>
                <a:ea typeface="나눔스퀘어" panose="020B0600000101010101" pitchFamily="50" charset="-127"/>
                <a:cs typeface="Times New Roman" panose="02020603050405020304" pitchFamily="18" charset="0"/>
              </a:rPr>
              <a:t>작업에 </a:t>
            </a:r>
            <a:r>
              <a:rPr lang="en-US" altLang="ko-KR" sz="1050" i="1" dirty="0">
                <a:latin typeface="Times New Roman" panose="02020603050405020304" pitchFamily="18" charset="0"/>
                <a:ea typeface="나눔스퀘어" panose="020B0600000101010101" pitchFamily="50" charset="-127"/>
                <a:cs typeface="Times New Roman" panose="02020603050405020304" pitchFamily="18" charset="0"/>
              </a:rPr>
              <a:t>AMR </a:t>
            </a:r>
            <a:r>
              <a:rPr lang="ko-KR" altLang="en-US" sz="1050" i="1" dirty="0">
                <a:latin typeface="Times New Roman" panose="02020603050405020304" pitchFamily="18" charset="0"/>
                <a:ea typeface="나눔스퀘어" panose="020B0600000101010101" pitchFamily="50" charset="-127"/>
                <a:cs typeface="Times New Roman" panose="02020603050405020304" pitchFamily="18" charset="0"/>
              </a:rPr>
              <a:t>할당</a:t>
            </a:r>
            <a:endParaRPr lang="en-US" altLang="ko-KR" sz="1050" i="1" dirty="0">
              <a:latin typeface="Times New Roman" panose="02020603050405020304" pitchFamily="18" charset="0"/>
              <a:ea typeface="나눔스퀘어" panose="020B0600000101010101" pitchFamily="50" charset="-127"/>
              <a:cs typeface="Times New Roman" panose="02020603050405020304" pitchFamily="18" charset="0"/>
            </a:endParaRPr>
          </a:p>
        </p:txBody>
      </p:sp>
      <p:cxnSp>
        <p:nvCxnSpPr>
          <p:cNvPr id="62" name="직선 화살표 연결선 61">
            <a:extLst>
              <a:ext uri="{FF2B5EF4-FFF2-40B4-BE49-F238E27FC236}">
                <a16:creationId xmlns:a16="http://schemas.microsoft.com/office/drawing/2014/main" id="{5247B4A6-550C-497B-8787-DF4032B49F56}"/>
              </a:ext>
            </a:extLst>
          </p:cNvPr>
          <p:cNvCxnSpPr>
            <a:cxnSpLocks/>
            <a:stCxn id="74" idx="3"/>
            <a:endCxn id="103" idx="5"/>
          </p:cNvCxnSpPr>
          <p:nvPr/>
        </p:nvCxnSpPr>
        <p:spPr>
          <a:xfrm flipH="1">
            <a:off x="4053479" y="3126793"/>
            <a:ext cx="2241967" cy="0"/>
          </a:xfrm>
          <a:prstGeom prst="straightConnector1">
            <a:avLst/>
          </a:prstGeom>
          <a:ln w="12700">
            <a:solidFill>
              <a:schemeClr val="tx1"/>
            </a:solidFill>
            <a:prstDash val="dash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TextBox 62">
            <a:extLst>
              <a:ext uri="{FF2B5EF4-FFF2-40B4-BE49-F238E27FC236}">
                <a16:creationId xmlns:a16="http://schemas.microsoft.com/office/drawing/2014/main" id="{32620062-CF49-44D5-87EE-F36C6AAE15F8}"/>
              </a:ext>
            </a:extLst>
          </p:cNvPr>
          <p:cNvSpPr txBox="1"/>
          <p:nvPr/>
        </p:nvSpPr>
        <p:spPr>
          <a:xfrm>
            <a:off x="4292645" y="2653165"/>
            <a:ext cx="174095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200" i="1" dirty="0">
                <a:latin typeface="Times New Roman" panose="02020603050405020304" pitchFamily="18" charset="0"/>
                <a:ea typeface="나눔스퀘어" panose="020B0600000101010101" pitchFamily="50" charset="-127"/>
                <a:cs typeface="Times New Roman" panose="02020603050405020304" pitchFamily="18" charset="0"/>
              </a:rPr>
              <a:t>@ got</a:t>
            </a:r>
            <a:r>
              <a:rPr lang="ko-KR" altLang="en-US" sz="1200" i="1" dirty="0">
                <a:latin typeface="Times New Roman" panose="02020603050405020304" pitchFamily="18" charset="0"/>
                <a:ea typeface="나눔스퀘어" panose="020B0600000101010101" pitchFamily="50" charset="-127"/>
                <a:cs typeface="Times New Roman" panose="02020603050405020304" pitchFamily="18" charset="0"/>
              </a:rPr>
              <a:t> </a:t>
            </a:r>
            <a:r>
              <a:rPr lang="en-US" altLang="ko-KR" sz="1200" i="1" dirty="0">
                <a:latin typeface="Times New Roman" panose="02020603050405020304" pitchFamily="18" charset="0"/>
                <a:ea typeface="나눔스퀘어" panose="020B0600000101010101" pitchFamily="50" charset="-127"/>
                <a:cs typeface="Times New Roman" panose="02020603050405020304" pitchFamily="18" charset="0"/>
              </a:rPr>
              <a:t>result</a:t>
            </a:r>
            <a:r>
              <a:rPr lang="ko-KR" altLang="en-US" sz="1200" i="1" dirty="0">
                <a:latin typeface="Times New Roman" panose="02020603050405020304" pitchFamily="18" charset="0"/>
                <a:ea typeface="나눔스퀘어" panose="020B0600000101010101" pitchFamily="50" charset="-127"/>
                <a:cs typeface="Times New Roman" panose="02020603050405020304" pitchFamily="18" charset="0"/>
              </a:rPr>
              <a:t> </a:t>
            </a:r>
            <a:r>
              <a:rPr lang="en-US" altLang="ko-KR" sz="1200" i="1" dirty="0">
                <a:latin typeface="Times New Roman" panose="02020603050405020304" pitchFamily="18" charset="0"/>
                <a:ea typeface="나눔스퀘어" panose="020B0600000101010101" pitchFamily="50" charset="-127"/>
                <a:cs typeface="Times New Roman" panose="02020603050405020304" pitchFamily="18" charset="0"/>
              </a:rPr>
              <a:t>==</a:t>
            </a:r>
            <a:r>
              <a:rPr lang="ko-KR" altLang="en-US" sz="1200" i="1" dirty="0">
                <a:latin typeface="Times New Roman" panose="02020603050405020304" pitchFamily="18" charset="0"/>
                <a:ea typeface="나눔스퀘어" panose="020B0600000101010101" pitchFamily="50" charset="-127"/>
                <a:cs typeface="Times New Roman" panose="02020603050405020304" pitchFamily="18" charset="0"/>
              </a:rPr>
              <a:t> </a:t>
            </a:r>
            <a:r>
              <a:rPr lang="en-US" altLang="ko-KR" sz="1200" i="1" dirty="0">
                <a:latin typeface="Times New Roman" panose="02020603050405020304" pitchFamily="18" charset="0"/>
                <a:ea typeface="나눔스퀘어" panose="020B0600000101010101" pitchFamily="50" charset="-127"/>
                <a:cs typeface="Times New Roman" panose="02020603050405020304" pitchFamily="18" charset="0"/>
              </a:rPr>
              <a:t>true</a:t>
            </a:r>
          </a:p>
          <a:p>
            <a:pPr algn="ctr"/>
            <a:r>
              <a:rPr lang="en-US" altLang="ko-KR" sz="1200" i="1" dirty="0">
                <a:latin typeface="Times New Roman" panose="02020603050405020304" pitchFamily="18" charset="0"/>
                <a:ea typeface="나눔스퀘어" panose="020B0600000101010101" pitchFamily="50" charset="-127"/>
                <a:cs typeface="Times New Roman" panose="02020603050405020304" pitchFamily="18" charset="0"/>
              </a:rPr>
              <a:t>no dispatchable </a:t>
            </a:r>
            <a:r>
              <a:rPr lang="en-US" altLang="ko-KR" sz="1200" i="1" dirty="0" err="1">
                <a:latin typeface="Times New Roman" panose="02020603050405020304" pitchFamily="18" charset="0"/>
                <a:ea typeface="나눔스퀘어" panose="020B0600000101010101" pitchFamily="50" charset="-127"/>
                <a:cs typeface="Times New Roman" panose="02020603050405020304" pitchFamily="18" charset="0"/>
              </a:rPr>
              <a:t>amr</a:t>
            </a:r>
            <a:endParaRPr lang="en-US" altLang="ko-KR" sz="1200" i="1" dirty="0">
              <a:latin typeface="Times New Roman" panose="02020603050405020304" pitchFamily="18" charset="0"/>
              <a:ea typeface="나눔스퀘어" panose="020B0600000101010101" pitchFamily="50" charset="-127"/>
              <a:cs typeface="Times New Roman" panose="02020603050405020304" pitchFamily="18" charset="0"/>
            </a:endParaRPr>
          </a:p>
        </p:txBody>
      </p:sp>
      <p:grpSp>
        <p:nvGrpSpPr>
          <p:cNvPr id="65" name="그룹 64">
            <a:extLst>
              <a:ext uri="{FF2B5EF4-FFF2-40B4-BE49-F238E27FC236}">
                <a16:creationId xmlns:a16="http://schemas.microsoft.com/office/drawing/2014/main" id="{615B9F7C-0270-4528-8E04-B9F31851C31C}"/>
              </a:ext>
            </a:extLst>
          </p:cNvPr>
          <p:cNvGrpSpPr/>
          <p:nvPr/>
        </p:nvGrpSpPr>
        <p:grpSpPr>
          <a:xfrm>
            <a:off x="10100449" y="2609280"/>
            <a:ext cx="2091550" cy="519006"/>
            <a:chOff x="10726447" y="1146766"/>
            <a:chExt cx="2091550" cy="519006"/>
          </a:xfrm>
        </p:grpSpPr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4C12B650-8A59-4A7B-BB87-2B3AC37E4ED2}"/>
                </a:ext>
              </a:extLst>
            </p:cNvPr>
            <p:cNvSpPr txBox="1"/>
            <p:nvPr/>
          </p:nvSpPr>
          <p:spPr>
            <a:xfrm>
              <a:off x="10879695" y="1146766"/>
              <a:ext cx="1914347" cy="276999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 algn="r"/>
              <a:endParaRPr lang="ko-KR" altLang="en-US" sz="1200" dirty="0">
                <a:latin typeface="Times New Roman" panose="02020603050405020304" pitchFamily="18" charset="0"/>
                <a:ea typeface="나눔스퀘어OTF" panose="020B0600000101010101" pitchFamily="34" charset="-127"/>
                <a:cs typeface="Times New Roman" panose="02020603050405020304" pitchFamily="18" charset="0"/>
              </a:endParaRPr>
            </a:p>
          </p:txBody>
        </p:sp>
        <p:cxnSp>
          <p:nvCxnSpPr>
            <p:cNvPr id="67" name="직선 화살표 연결선 66">
              <a:extLst>
                <a:ext uri="{FF2B5EF4-FFF2-40B4-BE49-F238E27FC236}">
                  <a16:creationId xmlns:a16="http://schemas.microsoft.com/office/drawing/2014/main" id="{3DD12CBD-6CE3-4DC1-857A-A06B9192DFE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726447" y="1665771"/>
              <a:ext cx="2091550" cy="1"/>
            </a:xfrm>
            <a:prstGeom prst="straightConnector1">
              <a:avLst/>
            </a:prstGeom>
            <a:ln w="28575">
              <a:solidFill>
                <a:schemeClr val="tx1"/>
              </a:solidFill>
              <a:prstDash val="solid"/>
              <a:headEnd type="non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8" name="TextBox 67">
            <a:extLst>
              <a:ext uri="{FF2B5EF4-FFF2-40B4-BE49-F238E27FC236}">
                <a16:creationId xmlns:a16="http://schemas.microsoft.com/office/drawing/2014/main" id="{31071E24-8DC1-48A7-AE7B-094375F42122}"/>
              </a:ext>
            </a:extLst>
          </p:cNvPr>
          <p:cNvSpPr txBox="1"/>
          <p:nvPr/>
        </p:nvSpPr>
        <p:spPr>
          <a:xfrm>
            <a:off x="10076494" y="2796583"/>
            <a:ext cx="2091549" cy="30777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ko-KR" sz="1400" dirty="0" err="1">
                <a:latin typeface="Times New Roman" panose="02020603050405020304" pitchFamily="18" charset="0"/>
                <a:ea typeface="나눔스퀘어OTF" panose="020B0600000101010101" pitchFamily="34" charset="-127"/>
                <a:cs typeface="Times New Roman" panose="02020603050405020304" pitchFamily="18" charset="0"/>
              </a:rPr>
              <a:t>amr_update_to_tm</a:t>
            </a:r>
            <a:endParaRPr lang="en-US" altLang="ko-KR" sz="1400" dirty="0">
              <a:latin typeface="Times New Roman" panose="02020603050405020304" pitchFamily="18" charset="0"/>
              <a:ea typeface="나눔스퀘어OTF" panose="020B0600000101010101" pitchFamily="34" charset="-127"/>
              <a:cs typeface="Times New Roman" panose="02020603050405020304" pitchFamily="18" charset="0"/>
            </a:endParaRP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69BA5F1F-8680-4AD2-821F-EF1B85BF8006}"/>
              </a:ext>
            </a:extLst>
          </p:cNvPr>
          <p:cNvSpPr txBox="1"/>
          <p:nvPr/>
        </p:nvSpPr>
        <p:spPr>
          <a:xfrm>
            <a:off x="2913242" y="3597342"/>
            <a:ext cx="1719426" cy="276999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en-US" altLang="ko-KR" sz="1200" b="1" dirty="0">
                <a:latin typeface="Times New Roman" panose="02020603050405020304" pitchFamily="18" charset="0"/>
                <a:ea typeface="나눔스퀘어OTF" panose="020B0600000101010101" pitchFamily="34" charset="-127"/>
                <a:cs typeface="Times New Roman" panose="02020603050405020304" pitchFamily="18" charset="0"/>
              </a:rPr>
              <a:t>! </a:t>
            </a:r>
            <a:r>
              <a:rPr lang="en-US" altLang="ko-KR" sz="1200" b="1" dirty="0" err="1">
                <a:latin typeface="Times New Roman" panose="02020603050405020304" pitchFamily="18" charset="0"/>
                <a:ea typeface="나눔스퀘어OTF" panose="020B0600000101010101" pitchFamily="34" charset="-127"/>
                <a:cs typeface="Times New Roman" panose="02020603050405020304" pitchFamily="18" charset="0"/>
              </a:rPr>
              <a:t>amr_update_to_tm</a:t>
            </a:r>
            <a:endParaRPr lang="ko-KR" altLang="en-US" sz="1100" b="1" dirty="0">
              <a:latin typeface="Times New Roman" panose="02020603050405020304" pitchFamily="18" charset="0"/>
              <a:ea typeface="나눔스퀘어OTF" panose="020B0600000101010101" pitchFamily="34" charset="-127"/>
              <a:cs typeface="Times New Roman" panose="02020603050405020304" pitchFamily="18" charset="0"/>
            </a:endParaRPr>
          </a:p>
        </p:txBody>
      </p:sp>
      <p:cxnSp>
        <p:nvCxnSpPr>
          <p:cNvPr id="71" name="연결선: 꺾임 188">
            <a:extLst>
              <a:ext uri="{FF2B5EF4-FFF2-40B4-BE49-F238E27FC236}">
                <a16:creationId xmlns:a16="http://schemas.microsoft.com/office/drawing/2014/main" id="{CE7BE499-E293-4362-A8C6-56CC9405B979}"/>
              </a:ext>
            </a:extLst>
          </p:cNvPr>
          <p:cNvCxnSpPr>
            <a:cxnSpLocks/>
            <a:stCxn id="103" idx="0"/>
            <a:endCxn id="103" idx="1"/>
          </p:cNvCxnSpPr>
          <p:nvPr/>
        </p:nvCxnSpPr>
        <p:spPr>
          <a:xfrm rot="16200000" flipH="1" flipV="1">
            <a:off x="3401641" y="2093117"/>
            <a:ext cx="158162" cy="381838"/>
          </a:xfrm>
          <a:prstGeom prst="bentConnector3">
            <a:avLst>
              <a:gd name="adj1" fmla="val -144535"/>
            </a:avLst>
          </a:prstGeom>
          <a:ln w="12700"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2" name="TextBox 71">
            <a:extLst>
              <a:ext uri="{FF2B5EF4-FFF2-40B4-BE49-F238E27FC236}">
                <a16:creationId xmlns:a16="http://schemas.microsoft.com/office/drawing/2014/main" id="{6A8F12CF-3CEC-45A2-9547-F3DBC32BC1EF}"/>
              </a:ext>
            </a:extLst>
          </p:cNvPr>
          <p:cNvSpPr txBox="1"/>
          <p:nvPr/>
        </p:nvSpPr>
        <p:spPr>
          <a:xfrm>
            <a:off x="2125041" y="1538641"/>
            <a:ext cx="165432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200" b="1" dirty="0">
                <a:latin typeface="Times New Roman" panose="02020603050405020304" pitchFamily="18" charset="0"/>
                <a:ea typeface="나눔스퀘어OTF" panose="020B0600000101010101" pitchFamily="34" charset="-127"/>
                <a:cs typeface="Times New Roman" panose="02020603050405020304" pitchFamily="18" charset="0"/>
              </a:rPr>
              <a:t>? </a:t>
            </a:r>
            <a:r>
              <a:rPr lang="en-US" altLang="ko-KR" sz="1200" b="1" dirty="0" err="1">
                <a:latin typeface="Times New Roman" panose="02020603050405020304" pitchFamily="18" charset="0"/>
                <a:ea typeface="나눔스퀘어OTF" panose="020B0600000101010101" pitchFamily="34" charset="-127"/>
                <a:cs typeface="Times New Roman" panose="02020603050405020304" pitchFamily="18" charset="0"/>
              </a:rPr>
              <a:t>amr_info_from_tm</a:t>
            </a:r>
            <a:endParaRPr lang="en-US" altLang="ko-KR" sz="1200" b="1" dirty="0">
              <a:latin typeface="Times New Roman" panose="02020603050405020304" pitchFamily="18" charset="0"/>
              <a:ea typeface="나눔스퀘어OTF" panose="020B0600000101010101" pitchFamily="34" charset="-127"/>
              <a:cs typeface="Times New Roman" panose="02020603050405020304" pitchFamily="18" charset="0"/>
            </a:endParaRP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49D977EF-07D7-4F8F-9309-3164F653E0CC}"/>
              </a:ext>
            </a:extLst>
          </p:cNvPr>
          <p:cNvSpPr txBox="1"/>
          <p:nvPr/>
        </p:nvSpPr>
        <p:spPr>
          <a:xfrm>
            <a:off x="2135708" y="1722979"/>
            <a:ext cx="215165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i="1" dirty="0">
                <a:latin typeface="Times New Roman" panose="02020603050405020304" pitchFamily="18" charset="0"/>
                <a:ea typeface="나눔스퀘어" panose="020B0600000101010101" pitchFamily="50" charset="-127"/>
                <a:cs typeface="Times New Roman" panose="02020603050405020304" pitchFamily="18" charset="0"/>
              </a:rPr>
              <a:t>@ no dispatchable schedule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8929E3BD-C001-4C57-A720-4225554EF20D}"/>
              </a:ext>
            </a:extLst>
          </p:cNvPr>
          <p:cNvSpPr txBox="1"/>
          <p:nvPr/>
        </p:nvSpPr>
        <p:spPr>
          <a:xfrm>
            <a:off x="4281317" y="2097674"/>
            <a:ext cx="215165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i="1" dirty="0">
                <a:latin typeface="Times New Roman" panose="02020603050405020304" pitchFamily="18" charset="0"/>
                <a:ea typeface="나눔스퀘어" panose="020B0600000101010101" pitchFamily="50" charset="-127"/>
                <a:cs typeface="Times New Roman" panose="02020603050405020304" pitchFamily="18" charset="0"/>
              </a:rPr>
              <a:t>@ is dispatchable schedule</a:t>
            </a:r>
          </a:p>
        </p:txBody>
      </p:sp>
    </p:spTree>
    <p:extLst>
      <p:ext uri="{BB962C8B-B14F-4D97-AF65-F5344CB8AC3E}">
        <p14:creationId xmlns:p14="http://schemas.microsoft.com/office/powerpoint/2010/main" val="12515957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5FDEC52-256B-4E2A-A3AB-84B8DEA43CF0}"/>
              </a:ext>
            </a:extLst>
          </p:cNvPr>
          <p:cNvSpPr txBox="1"/>
          <p:nvPr/>
        </p:nvSpPr>
        <p:spPr>
          <a:xfrm>
            <a:off x="461961" y="166607"/>
            <a:ext cx="10673295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000" dirty="0">
                <a:solidFill>
                  <a:srgbClr val="1A236F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Atomic Model Diagram </a:t>
            </a:r>
            <a:r>
              <a:rPr lang="en-US" altLang="ko-KR" sz="2000" dirty="0">
                <a:solidFill>
                  <a:srgbClr val="1A236F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- AMR</a:t>
            </a:r>
          </a:p>
        </p:txBody>
      </p:sp>
      <p:sp>
        <p:nvSpPr>
          <p:cNvPr id="284" name="직사각형 283">
            <a:extLst>
              <a:ext uri="{FF2B5EF4-FFF2-40B4-BE49-F238E27FC236}">
                <a16:creationId xmlns:a16="http://schemas.microsoft.com/office/drawing/2014/main" id="{A20419FE-0A0F-EAAA-AC25-B331FBD2B4F7}"/>
              </a:ext>
            </a:extLst>
          </p:cNvPr>
          <p:cNvSpPr/>
          <p:nvPr/>
        </p:nvSpPr>
        <p:spPr>
          <a:xfrm>
            <a:off x="2090798" y="923170"/>
            <a:ext cx="8010404" cy="520716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ko-KR" sz="2400" b="1" dirty="0">
                <a:solidFill>
                  <a:schemeClr val="tx1"/>
                </a:solidFill>
                <a:latin typeface="Times New Roman" panose="02020603050405020304" pitchFamily="18" charset="0"/>
                <a:ea typeface="나눔스퀘어OTF" panose="020B0600000101010101" pitchFamily="34" charset="-127"/>
                <a:cs typeface="Times New Roman" panose="02020603050405020304" pitchFamily="18" charset="0"/>
              </a:rPr>
              <a:t>AMR</a:t>
            </a:r>
            <a:endParaRPr lang="ko-KR" altLang="en-US" sz="2400" b="1" dirty="0">
              <a:solidFill>
                <a:schemeClr val="tx1"/>
              </a:solidFill>
              <a:latin typeface="Times New Roman" panose="02020603050405020304" pitchFamily="18" charset="0"/>
              <a:ea typeface="나눔스퀘어OTF" panose="020B0600000101010101" pitchFamily="34" charset="-127"/>
              <a:cs typeface="Times New Roman" panose="02020603050405020304" pitchFamily="18" charset="0"/>
            </a:endParaRPr>
          </a:p>
        </p:txBody>
      </p:sp>
      <p:cxnSp>
        <p:nvCxnSpPr>
          <p:cNvPr id="48" name="직선 화살표 연결선 47">
            <a:extLst>
              <a:ext uri="{FF2B5EF4-FFF2-40B4-BE49-F238E27FC236}">
                <a16:creationId xmlns:a16="http://schemas.microsoft.com/office/drawing/2014/main" id="{1380CFF9-7A16-4343-9C6D-567546228850}"/>
              </a:ext>
            </a:extLst>
          </p:cNvPr>
          <p:cNvCxnSpPr>
            <a:cxnSpLocks/>
          </p:cNvCxnSpPr>
          <p:nvPr/>
        </p:nvCxnSpPr>
        <p:spPr>
          <a:xfrm flipV="1">
            <a:off x="0" y="1682795"/>
            <a:ext cx="2091550" cy="1"/>
          </a:xfrm>
          <a:prstGeom prst="straightConnector1">
            <a:avLst/>
          </a:prstGeom>
          <a:ln w="28575">
            <a:solidFill>
              <a:schemeClr val="tx1"/>
            </a:solidFill>
            <a:prstDash val="solid"/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D4637EC6-F000-4F4C-A6EB-4DBF22684665}"/>
              </a:ext>
            </a:extLst>
          </p:cNvPr>
          <p:cNvSpPr txBox="1"/>
          <p:nvPr/>
        </p:nvSpPr>
        <p:spPr>
          <a:xfrm>
            <a:off x="-76999" y="1326340"/>
            <a:ext cx="2091549" cy="30777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r"/>
            <a:r>
              <a:rPr lang="en-US" altLang="ko-KR" sz="1400" dirty="0" err="1">
                <a:latin typeface="Times New Roman" panose="02020603050405020304" pitchFamily="18" charset="0"/>
                <a:ea typeface="나눔스퀘어OTF" panose="020B0600000101010101" pitchFamily="34" charset="-127"/>
                <a:cs typeface="Times New Roman" panose="02020603050405020304" pitchFamily="18" charset="0"/>
              </a:rPr>
              <a:t>cmd_from_ACS</a:t>
            </a:r>
            <a:endParaRPr lang="ko-KR" altLang="en-US" sz="1200" dirty="0">
              <a:latin typeface="Times New Roman" panose="02020603050405020304" pitchFamily="18" charset="0"/>
              <a:ea typeface="나눔스퀘어OTF" panose="020B0600000101010101" pitchFamily="34" charset="-127"/>
              <a:cs typeface="Times New Roman" panose="02020603050405020304" pitchFamily="18" charset="0"/>
            </a:endParaRPr>
          </a:p>
        </p:txBody>
      </p:sp>
      <p:grpSp>
        <p:nvGrpSpPr>
          <p:cNvPr id="51" name="그룹 50">
            <a:extLst>
              <a:ext uri="{FF2B5EF4-FFF2-40B4-BE49-F238E27FC236}">
                <a16:creationId xmlns:a16="http://schemas.microsoft.com/office/drawing/2014/main" id="{B834F011-356B-4445-BD86-4DCC1BB69CED}"/>
              </a:ext>
            </a:extLst>
          </p:cNvPr>
          <p:cNvGrpSpPr/>
          <p:nvPr/>
        </p:nvGrpSpPr>
        <p:grpSpPr>
          <a:xfrm>
            <a:off x="10100450" y="1172742"/>
            <a:ext cx="2091550" cy="519006"/>
            <a:chOff x="10726447" y="1146766"/>
            <a:chExt cx="2091550" cy="519006"/>
          </a:xfrm>
        </p:grpSpPr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84ABCCC8-FEBC-4ADD-943A-A787DAB3A583}"/>
                </a:ext>
              </a:extLst>
            </p:cNvPr>
            <p:cNvSpPr txBox="1"/>
            <p:nvPr/>
          </p:nvSpPr>
          <p:spPr>
            <a:xfrm>
              <a:off x="10879695" y="1146766"/>
              <a:ext cx="1914347" cy="276999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 algn="r"/>
              <a:endParaRPr lang="ko-KR" altLang="en-US" sz="1200" dirty="0">
                <a:latin typeface="Times New Roman" panose="02020603050405020304" pitchFamily="18" charset="0"/>
                <a:ea typeface="나눔스퀘어OTF" panose="020B0600000101010101" pitchFamily="34" charset="-127"/>
                <a:cs typeface="Times New Roman" panose="02020603050405020304" pitchFamily="18" charset="0"/>
              </a:endParaRPr>
            </a:p>
          </p:txBody>
        </p:sp>
        <p:cxnSp>
          <p:nvCxnSpPr>
            <p:cNvPr id="53" name="직선 화살표 연결선 52">
              <a:extLst>
                <a:ext uri="{FF2B5EF4-FFF2-40B4-BE49-F238E27FC236}">
                  <a16:creationId xmlns:a16="http://schemas.microsoft.com/office/drawing/2014/main" id="{862E478E-C966-4ADA-8253-024805461D8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726447" y="1665771"/>
              <a:ext cx="2091550" cy="1"/>
            </a:xfrm>
            <a:prstGeom prst="straightConnector1">
              <a:avLst/>
            </a:prstGeom>
            <a:ln w="28575">
              <a:solidFill>
                <a:schemeClr val="tx1"/>
              </a:solidFill>
              <a:prstDash val="solid"/>
              <a:headEnd type="non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4" name="TextBox 53">
            <a:extLst>
              <a:ext uri="{FF2B5EF4-FFF2-40B4-BE49-F238E27FC236}">
                <a16:creationId xmlns:a16="http://schemas.microsoft.com/office/drawing/2014/main" id="{74E6781A-58CD-463B-9AAB-79F4315F3405}"/>
              </a:ext>
            </a:extLst>
          </p:cNvPr>
          <p:cNvSpPr txBox="1"/>
          <p:nvPr/>
        </p:nvSpPr>
        <p:spPr>
          <a:xfrm>
            <a:off x="10076496" y="1326339"/>
            <a:ext cx="2091549" cy="30777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ko-KR" sz="1400" dirty="0" err="1">
                <a:latin typeface="Times New Roman" panose="02020603050405020304" pitchFamily="18" charset="0"/>
                <a:ea typeface="나눔스퀘어OTF" panose="020B0600000101010101" pitchFamily="34" charset="-127"/>
                <a:cs typeface="Times New Roman" panose="02020603050405020304" pitchFamily="18" charset="0"/>
              </a:rPr>
              <a:t>cmd_completed_to_mm</a:t>
            </a:r>
            <a:endParaRPr lang="ko-KR" altLang="en-US" sz="1200" dirty="0">
              <a:latin typeface="Times New Roman" panose="02020603050405020304" pitchFamily="18" charset="0"/>
              <a:ea typeface="나눔스퀘어OTF" panose="020B0600000101010101" pitchFamily="34" charset="-127"/>
              <a:cs typeface="Times New Roman" panose="02020603050405020304" pitchFamily="18" charset="0"/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BE79A8A5-FD2B-41A3-A292-0BC4FD3FB0D6}"/>
              </a:ext>
            </a:extLst>
          </p:cNvPr>
          <p:cNvSpPr txBox="1"/>
          <p:nvPr/>
        </p:nvSpPr>
        <p:spPr>
          <a:xfrm>
            <a:off x="10250776" y="37058"/>
            <a:ext cx="2091549" cy="5232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ko-KR" sz="1400" dirty="0">
                <a:latin typeface="Times New Roman" panose="02020603050405020304" pitchFamily="18" charset="0"/>
                <a:ea typeface="나눔스퀘어OTF"/>
                <a:cs typeface="Times New Roman" panose="02020603050405020304" pitchFamily="18" charset="0"/>
              </a:rPr>
              <a:t>!: </a:t>
            </a:r>
            <a:r>
              <a:rPr lang="ko-KR" altLang="en-US" sz="1400" dirty="0">
                <a:latin typeface="Times New Roman" panose="02020603050405020304" pitchFamily="18" charset="0"/>
                <a:ea typeface="나눔스퀘어OTF"/>
                <a:cs typeface="Times New Roman" panose="02020603050405020304" pitchFamily="18" charset="0"/>
              </a:rPr>
              <a:t>내부상태천이</a:t>
            </a:r>
            <a:r>
              <a:rPr lang="en-US" altLang="ko-KR" sz="1400" dirty="0">
                <a:latin typeface="Times New Roman" panose="02020603050405020304" pitchFamily="18" charset="0"/>
                <a:ea typeface="나눔스퀘어OTF"/>
                <a:cs typeface="Times New Roman" panose="02020603050405020304" pitchFamily="18" charset="0"/>
              </a:rPr>
              <a:t>, output</a:t>
            </a:r>
          </a:p>
          <a:p>
            <a:r>
              <a:rPr lang="en-US" altLang="ko-KR" sz="1400" dirty="0">
                <a:latin typeface="Times New Roman" panose="02020603050405020304" pitchFamily="18" charset="0"/>
                <a:ea typeface="나눔스퀘어OTF"/>
                <a:cs typeface="Times New Roman" panose="02020603050405020304" pitchFamily="18" charset="0"/>
              </a:rPr>
              <a:t>?: </a:t>
            </a:r>
            <a:r>
              <a:rPr lang="ko-KR" altLang="en-US" sz="1400" dirty="0">
                <a:latin typeface="Times New Roman" panose="02020603050405020304" pitchFamily="18" charset="0"/>
                <a:ea typeface="나눔스퀘어OTF"/>
                <a:cs typeface="Times New Roman" panose="02020603050405020304" pitchFamily="18" charset="0"/>
              </a:rPr>
              <a:t>외부상태천이</a:t>
            </a:r>
            <a:r>
              <a:rPr lang="en-US" altLang="ko-KR" sz="1400" dirty="0">
                <a:latin typeface="Times New Roman" panose="02020603050405020304" pitchFamily="18" charset="0"/>
                <a:ea typeface="나눔스퀘어OTF"/>
                <a:cs typeface="Times New Roman" panose="02020603050405020304" pitchFamily="18" charset="0"/>
              </a:rPr>
              <a:t>, input</a:t>
            </a:r>
            <a:endParaRPr lang="ko-KR" altLang="ko-KR" sz="3200" dirty="0" err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78" name="직선 화살표 연결선 77">
            <a:extLst>
              <a:ext uri="{FF2B5EF4-FFF2-40B4-BE49-F238E27FC236}">
                <a16:creationId xmlns:a16="http://schemas.microsoft.com/office/drawing/2014/main" id="{E8CFB2B5-3110-4EF0-82F1-C94C92954E57}"/>
              </a:ext>
            </a:extLst>
          </p:cNvPr>
          <p:cNvCxnSpPr>
            <a:cxnSpLocks/>
          </p:cNvCxnSpPr>
          <p:nvPr/>
        </p:nvCxnSpPr>
        <p:spPr>
          <a:xfrm flipV="1">
            <a:off x="10100450" y="2701428"/>
            <a:ext cx="2091550" cy="1"/>
          </a:xfrm>
          <a:prstGeom prst="straightConnector1">
            <a:avLst/>
          </a:prstGeom>
          <a:ln w="28575"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TextBox 78">
            <a:extLst>
              <a:ext uri="{FF2B5EF4-FFF2-40B4-BE49-F238E27FC236}">
                <a16:creationId xmlns:a16="http://schemas.microsoft.com/office/drawing/2014/main" id="{A4B5B099-5D6F-4AAF-9C37-74EFC1962B11}"/>
              </a:ext>
            </a:extLst>
          </p:cNvPr>
          <p:cNvSpPr txBox="1"/>
          <p:nvPr/>
        </p:nvSpPr>
        <p:spPr>
          <a:xfrm>
            <a:off x="10076494" y="2362417"/>
            <a:ext cx="2229544" cy="30777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ko-KR" sz="1400" dirty="0" err="1">
                <a:latin typeface="Times New Roman" panose="02020603050405020304" pitchFamily="18" charset="0"/>
                <a:ea typeface="나눔스퀘어OTF" panose="020B0600000101010101" pitchFamily="34" charset="-127"/>
                <a:cs typeface="Times New Roman" panose="02020603050405020304" pitchFamily="18" charset="0"/>
              </a:rPr>
              <a:t>physical_result_to_analyzer</a:t>
            </a:r>
            <a:endParaRPr lang="ko-KR" altLang="en-US" sz="1200" dirty="0">
              <a:latin typeface="Times New Roman" panose="02020603050405020304" pitchFamily="18" charset="0"/>
              <a:ea typeface="나눔스퀘어OTF" panose="020B0600000101010101" pitchFamily="34" charset="-127"/>
              <a:cs typeface="Times New Roman" panose="02020603050405020304" pitchFamily="18" charset="0"/>
            </a:endParaRPr>
          </a:p>
        </p:txBody>
      </p:sp>
      <p:cxnSp>
        <p:nvCxnSpPr>
          <p:cNvPr id="80" name="직선 화살표 연결선 79">
            <a:extLst>
              <a:ext uri="{FF2B5EF4-FFF2-40B4-BE49-F238E27FC236}">
                <a16:creationId xmlns:a16="http://schemas.microsoft.com/office/drawing/2014/main" id="{56A07509-657D-4963-A751-5F7CCACF97B3}"/>
              </a:ext>
            </a:extLst>
          </p:cNvPr>
          <p:cNvCxnSpPr>
            <a:cxnSpLocks/>
          </p:cNvCxnSpPr>
          <p:nvPr/>
        </p:nvCxnSpPr>
        <p:spPr>
          <a:xfrm flipV="1">
            <a:off x="10100450" y="2194857"/>
            <a:ext cx="2091550" cy="1"/>
          </a:xfrm>
          <a:prstGeom prst="straightConnector1">
            <a:avLst/>
          </a:prstGeom>
          <a:ln w="28575"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" name="TextBox 82">
            <a:extLst>
              <a:ext uri="{FF2B5EF4-FFF2-40B4-BE49-F238E27FC236}">
                <a16:creationId xmlns:a16="http://schemas.microsoft.com/office/drawing/2014/main" id="{CDEF7D84-8D43-45CE-8EA5-DA6888BE7EFB}"/>
              </a:ext>
            </a:extLst>
          </p:cNvPr>
          <p:cNvSpPr txBox="1"/>
          <p:nvPr/>
        </p:nvSpPr>
        <p:spPr>
          <a:xfrm>
            <a:off x="10076494" y="1852074"/>
            <a:ext cx="2091549" cy="30777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ko-KR" sz="1400" dirty="0" err="1">
                <a:latin typeface="Times New Roman" panose="02020603050405020304" pitchFamily="18" charset="0"/>
                <a:ea typeface="나눔스퀘어OTF" panose="020B0600000101010101" pitchFamily="34" charset="-127"/>
                <a:cs typeface="Times New Roman" panose="02020603050405020304" pitchFamily="18" charset="0"/>
              </a:rPr>
              <a:t>return_completed_to_tm</a:t>
            </a:r>
            <a:endParaRPr lang="ko-KR" altLang="en-US" sz="1200" dirty="0">
              <a:latin typeface="Times New Roman" panose="02020603050405020304" pitchFamily="18" charset="0"/>
              <a:ea typeface="나눔스퀘어OTF" panose="020B0600000101010101" pitchFamily="34" charset="-127"/>
              <a:cs typeface="Times New Roman" panose="02020603050405020304" pitchFamily="18" charset="0"/>
            </a:endParaRPr>
          </a:p>
        </p:txBody>
      </p:sp>
      <p:grpSp>
        <p:nvGrpSpPr>
          <p:cNvPr id="84" name="그룹 83">
            <a:extLst>
              <a:ext uri="{FF2B5EF4-FFF2-40B4-BE49-F238E27FC236}">
                <a16:creationId xmlns:a16="http://schemas.microsoft.com/office/drawing/2014/main" id="{CD713F61-9832-4ED0-959B-0F4E77343324}"/>
              </a:ext>
            </a:extLst>
          </p:cNvPr>
          <p:cNvGrpSpPr/>
          <p:nvPr/>
        </p:nvGrpSpPr>
        <p:grpSpPr>
          <a:xfrm>
            <a:off x="2413339" y="2311671"/>
            <a:ext cx="1080000" cy="1080000"/>
            <a:chOff x="2307481" y="2352538"/>
            <a:chExt cx="1080000" cy="1080000"/>
          </a:xfrm>
        </p:grpSpPr>
        <p:sp>
          <p:nvSpPr>
            <p:cNvPr id="85" name="타원 84">
              <a:extLst>
                <a:ext uri="{FF2B5EF4-FFF2-40B4-BE49-F238E27FC236}">
                  <a16:creationId xmlns:a16="http://schemas.microsoft.com/office/drawing/2014/main" id="{05E6AA5E-CB0E-4BA3-912F-C493112EF513}"/>
                </a:ext>
              </a:extLst>
            </p:cNvPr>
            <p:cNvSpPr/>
            <p:nvPr/>
          </p:nvSpPr>
          <p:spPr>
            <a:xfrm>
              <a:off x="2307481" y="2352538"/>
              <a:ext cx="1080000" cy="108000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100" dirty="0">
                <a:solidFill>
                  <a:schemeClr val="tx1"/>
                </a:solidFill>
                <a:latin typeface="Times New Roman" panose="02020603050405020304" pitchFamily="18" charset="0"/>
                <a:ea typeface="나눔스퀘어" panose="020B0600000101010101" pitchFamily="50" charset="-127"/>
                <a:cs typeface="Times New Roman" panose="02020603050405020304" pitchFamily="18" charset="0"/>
              </a:endParaRPr>
            </a:p>
          </p:txBody>
        </p:sp>
        <p:cxnSp>
          <p:nvCxnSpPr>
            <p:cNvPr id="86" name="직선 연결선 85">
              <a:extLst>
                <a:ext uri="{FF2B5EF4-FFF2-40B4-BE49-F238E27FC236}">
                  <a16:creationId xmlns:a16="http://schemas.microsoft.com/office/drawing/2014/main" id="{D6D9E927-9854-4A71-A471-0D3A3DCF5C1B}"/>
                </a:ext>
              </a:extLst>
            </p:cNvPr>
            <p:cNvCxnSpPr>
              <a:cxnSpLocks/>
            </p:cNvCxnSpPr>
            <p:nvPr/>
          </p:nvCxnSpPr>
          <p:spPr>
            <a:xfrm>
              <a:off x="2307481" y="2892538"/>
              <a:ext cx="1080000" cy="0"/>
            </a:xfrm>
            <a:prstGeom prst="line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7" name="TextBox 86">
                  <a:extLst>
                    <a:ext uri="{FF2B5EF4-FFF2-40B4-BE49-F238E27FC236}">
                      <a16:creationId xmlns:a16="http://schemas.microsoft.com/office/drawing/2014/main" id="{C301B2FC-7CA9-4B59-8C95-6F46F5C4F15C}"/>
                    </a:ext>
                  </a:extLst>
                </p:cNvPr>
                <p:cNvSpPr txBox="1"/>
                <p:nvPr/>
              </p:nvSpPr>
              <p:spPr>
                <a:xfrm>
                  <a:off x="2450910" y="2995624"/>
                  <a:ext cx="793143" cy="276999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ko-KR" sz="1200">
                            <a:latin typeface="Cambria Math" panose="02040503050406030204" pitchFamily="18" charset="0"/>
                            <a:ea typeface="나눔스퀘어OTF" panose="020B0600000101010101" pitchFamily="34" charset="-127"/>
                            <a:cs typeface="Times New Roman" panose="02020603050405020304" pitchFamily="18" charset="0"/>
                          </a:rPr>
                          <m:t>ta</m:t>
                        </m:r>
                        <m:r>
                          <a:rPr lang="en-US" altLang="ko-KR" sz="1200">
                            <a:latin typeface="Cambria Math" panose="02040503050406030204" pitchFamily="18" charset="0"/>
                            <a:ea typeface="나눔스퀘어OTF" panose="020B0600000101010101" pitchFamily="34" charset="-127"/>
                            <a:cs typeface="Times New Roman" panose="02020603050405020304" pitchFamily="18" charset="0"/>
                          </a:rPr>
                          <m:t>=∞</m:t>
                        </m:r>
                      </m:oMath>
                    </m:oMathPara>
                  </a14:m>
                  <a:endParaRPr lang="ko-KR" altLang="en-US" sz="1200" dirty="0">
                    <a:latin typeface="Times New Roman" panose="02020603050405020304" pitchFamily="18" charset="0"/>
                    <a:ea typeface="나눔스퀘어OTF" panose="020B0600000101010101" pitchFamily="34" charset="-127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87" name="TextBox 86">
                  <a:extLst>
                    <a:ext uri="{FF2B5EF4-FFF2-40B4-BE49-F238E27FC236}">
                      <a16:creationId xmlns:a16="http://schemas.microsoft.com/office/drawing/2014/main" id="{C301B2FC-7CA9-4B59-8C95-6F46F5C4F15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450910" y="2995624"/>
                  <a:ext cx="793143" cy="276999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88" name="TextBox 87">
              <a:extLst>
                <a:ext uri="{FF2B5EF4-FFF2-40B4-BE49-F238E27FC236}">
                  <a16:creationId xmlns:a16="http://schemas.microsoft.com/office/drawing/2014/main" id="{635D4C87-CBDC-46DF-9008-9F689ED5B53B}"/>
                </a:ext>
              </a:extLst>
            </p:cNvPr>
            <p:cNvSpPr txBox="1"/>
            <p:nvPr/>
          </p:nvSpPr>
          <p:spPr>
            <a:xfrm>
              <a:off x="2348552" y="2526220"/>
              <a:ext cx="997859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ko-KR" sz="1200" dirty="0">
                  <a:latin typeface="Times New Roman" panose="02020603050405020304" pitchFamily="18" charset="0"/>
                  <a:ea typeface="나눔스퀘어OTF" panose="020B0600000101010101" pitchFamily="34" charset="-127"/>
                  <a:cs typeface="Times New Roman" panose="02020603050405020304" pitchFamily="18" charset="0"/>
                </a:rPr>
                <a:t>IDLE</a:t>
              </a:r>
              <a:endParaRPr lang="ko-KR" altLang="en-US" sz="1200" dirty="0">
                <a:latin typeface="Times New Roman" panose="02020603050405020304" pitchFamily="18" charset="0"/>
                <a:ea typeface="나눔스퀘어OTF" panose="020B0600000101010101" pitchFamily="34" charset="-127"/>
                <a:cs typeface="Times New Roman" panose="02020603050405020304" pitchFamily="18" charset="0"/>
              </a:endParaRPr>
            </a:p>
          </p:txBody>
        </p:sp>
      </p:grpSp>
      <p:grpSp>
        <p:nvGrpSpPr>
          <p:cNvPr id="89" name="그룹 88">
            <a:extLst>
              <a:ext uri="{FF2B5EF4-FFF2-40B4-BE49-F238E27FC236}">
                <a16:creationId xmlns:a16="http://schemas.microsoft.com/office/drawing/2014/main" id="{0343441E-D364-4847-88F0-7BDE733BE873}"/>
              </a:ext>
            </a:extLst>
          </p:cNvPr>
          <p:cNvGrpSpPr/>
          <p:nvPr/>
        </p:nvGrpSpPr>
        <p:grpSpPr>
          <a:xfrm>
            <a:off x="5316133" y="2311671"/>
            <a:ext cx="1080000" cy="1080000"/>
            <a:chOff x="4949775" y="2267350"/>
            <a:chExt cx="1080000" cy="1080000"/>
          </a:xfrm>
        </p:grpSpPr>
        <p:sp>
          <p:nvSpPr>
            <p:cNvPr id="90" name="타원 89">
              <a:extLst>
                <a:ext uri="{FF2B5EF4-FFF2-40B4-BE49-F238E27FC236}">
                  <a16:creationId xmlns:a16="http://schemas.microsoft.com/office/drawing/2014/main" id="{27E3714D-E5E9-4DE1-8530-719A56E310BF}"/>
                </a:ext>
              </a:extLst>
            </p:cNvPr>
            <p:cNvSpPr/>
            <p:nvPr/>
          </p:nvSpPr>
          <p:spPr>
            <a:xfrm>
              <a:off x="4949775" y="2267350"/>
              <a:ext cx="1080000" cy="1080000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100" dirty="0">
                <a:solidFill>
                  <a:schemeClr val="tx1"/>
                </a:solidFill>
                <a:latin typeface="Times New Roman" panose="02020603050405020304" pitchFamily="18" charset="0"/>
                <a:ea typeface="나눔스퀘어" panose="020B0600000101010101" pitchFamily="50" charset="-127"/>
                <a:cs typeface="Times New Roman" panose="02020603050405020304" pitchFamily="18" charset="0"/>
              </a:endParaRPr>
            </a:p>
          </p:txBody>
        </p:sp>
        <p:sp>
          <p:nvSpPr>
            <p:cNvPr id="91" name="TextBox 90">
              <a:extLst>
                <a:ext uri="{FF2B5EF4-FFF2-40B4-BE49-F238E27FC236}">
                  <a16:creationId xmlns:a16="http://schemas.microsoft.com/office/drawing/2014/main" id="{6C894C65-A123-4653-9891-10644FA98179}"/>
                </a:ext>
              </a:extLst>
            </p:cNvPr>
            <p:cNvSpPr txBox="1"/>
            <p:nvPr/>
          </p:nvSpPr>
          <p:spPr>
            <a:xfrm>
              <a:off x="4949775" y="2444861"/>
              <a:ext cx="1080000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ko-KR" sz="1200" dirty="0">
                  <a:latin typeface="Times New Roman" panose="02020603050405020304" pitchFamily="18" charset="0"/>
                  <a:ea typeface="나눔스퀘어OTF" panose="020B0600000101010101" pitchFamily="34" charset="-127"/>
                  <a:cs typeface="Times New Roman" panose="02020603050405020304" pitchFamily="18" charset="0"/>
                </a:rPr>
                <a:t>MOVE</a:t>
              </a:r>
              <a:endParaRPr lang="ko-KR" altLang="en-US" sz="1200" dirty="0">
                <a:latin typeface="Times New Roman" panose="02020603050405020304" pitchFamily="18" charset="0"/>
                <a:ea typeface="나눔스퀘어OTF" panose="020B0600000101010101" pitchFamily="34" charset="-127"/>
                <a:cs typeface="Times New Roman" panose="02020603050405020304" pitchFamily="18" charset="0"/>
              </a:endParaRPr>
            </a:p>
          </p:txBody>
        </p:sp>
        <p:cxnSp>
          <p:nvCxnSpPr>
            <p:cNvPr id="92" name="직선 연결선 91">
              <a:extLst>
                <a:ext uri="{FF2B5EF4-FFF2-40B4-BE49-F238E27FC236}">
                  <a16:creationId xmlns:a16="http://schemas.microsoft.com/office/drawing/2014/main" id="{936A8E43-7630-4BE0-A2E5-CCF96FB31F3F}"/>
                </a:ext>
              </a:extLst>
            </p:cNvPr>
            <p:cNvCxnSpPr>
              <a:cxnSpLocks/>
            </p:cNvCxnSpPr>
            <p:nvPr/>
          </p:nvCxnSpPr>
          <p:spPr>
            <a:xfrm>
              <a:off x="4949775" y="2807350"/>
              <a:ext cx="1080000" cy="0"/>
            </a:xfrm>
            <a:prstGeom prst="line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3" name="TextBox 92">
                  <a:extLst>
                    <a:ext uri="{FF2B5EF4-FFF2-40B4-BE49-F238E27FC236}">
                      <a16:creationId xmlns:a16="http://schemas.microsoft.com/office/drawing/2014/main" id="{F0C2B3D5-34F8-4AB2-925B-A427F75E1B10}"/>
                    </a:ext>
                  </a:extLst>
                </p:cNvPr>
                <p:cNvSpPr txBox="1"/>
                <p:nvPr/>
              </p:nvSpPr>
              <p:spPr>
                <a:xfrm>
                  <a:off x="4971471" y="2888089"/>
                  <a:ext cx="1036608" cy="276999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spAutoFit/>
                </a:bodyPr>
                <a:lstStyle/>
                <a:p>
                  <a:pPr algn="ctr"/>
                  <a14:m>
                    <m:oMath xmlns:m="http://schemas.openxmlformats.org/officeDocument/2006/math">
                      <m:r>
                        <a:rPr lang="en-US" altLang="ko-KR" sz="1200">
                          <a:latin typeface="Cambria Math" panose="02040503050406030204" pitchFamily="18" charset="0"/>
                          <a:ea typeface="나눔스퀘어OTF" panose="020B0600000101010101" pitchFamily="34" charset="-127"/>
                          <a:cs typeface="Times New Roman" panose="02020603050405020304" pitchFamily="18" charset="0"/>
                        </a:rPr>
                        <m:t>𝑡𝑎</m:t>
                      </m:r>
                      <m:r>
                        <a:rPr lang="en-US" altLang="ko-KR" sz="1200">
                          <a:latin typeface="Cambria Math" panose="02040503050406030204" pitchFamily="18" charset="0"/>
                          <a:ea typeface="나눔스퀘어OTF" panose="020B0600000101010101" pitchFamily="34" charset="-127"/>
                          <a:cs typeface="Times New Roman" panose="02020603050405020304" pitchFamily="18" charset="0"/>
                        </a:rPr>
                        <m:t>=</m:t>
                      </m:r>
                    </m:oMath>
                  </a14:m>
                  <a:r>
                    <a:rPr lang="en-US" altLang="ko-KR" sz="1200" dirty="0">
                      <a:latin typeface="Times New Roman" panose="02020603050405020304" pitchFamily="18" charset="0"/>
                      <a:ea typeface="나눔스퀘어OTF" panose="020B0600000101010101" pitchFamily="34" charset="-127"/>
                      <a:cs typeface="Times New Roman" panose="02020603050405020304" pitchFamily="18" charset="0"/>
                    </a:rPr>
                    <a:t>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ko-KR" sz="1200" i="1">
                              <a:latin typeface="Cambria Math" panose="02040503050406030204" pitchFamily="18" charset="0"/>
                              <a:ea typeface="나눔스퀘어OTF" panose="020B0600000101010101" pitchFamily="34" charset="-127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ko-KR" sz="1200">
                              <a:latin typeface="Cambria Math" panose="02040503050406030204" pitchFamily="18" charset="0"/>
                              <a:ea typeface="나눔스퀘어OTF" panose="020B0600000101010101" pitchFamily="34" charset="-127"/>
                              <a:cs typeface="Times New Roman" panose="020206030504050203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altLang="ko-KR" sz="1200">
                              <a:latin typeface="Cambria Math" panose="02040503050406030204" pitchFamily="18" charset="0"/>
                              <a:ea typeface="나눔스퀘어OTF" panose="020B0600000101010101" pitchFamily="34" charset="-127"/>
                              <a:cs typeface="Times New Roman" panose="02020603050405020304" pitchFamily="18" charset="0"/>
                            </a:rPr>
                            <m:t>𝑀𝑂𝑉𝐸</m:t>
                          </m:r>
                        </m:sub>
                      </m:sSub>
                    </m:oMath>
                  </a14:m>
                  <a:endParaRPr lang="ko-KR" altLang="en-US" sz="1200" dirty="0">
                    <a:latin typeface="Times New Roman" panose="02020603050405020304" pitchFamily="18" charset="0"/>
                    <a:ea typeface="나눔스퀘어OTF" panose="020B0600000101010101" pitchFamily="34" charset="-127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93" name="TextBox 92">
                  <a:extLst>
                    <a:ext uri="{FF2B5EF4-FFF2-40B4-BE49-F238E27FC236}">
                      <a16:creationId xmlns:a16="http://schemas.microsoft.com/office/drawing/2014/main" id="{F0C2B3D5-34F8-4AB2-925B-A427F75E1B1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971471" y="2888089"/>
                  <a:ext cx="1036608" cy="276999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95" name="TextBox 94">
            <a:extLst>
              <a:ext uri="{FF2B5EF4-FFF2-40B4-BE49-F238E27FC236}">
                <a16:creationId xmlns:a16="http://schemas.microsoft.com/office/drawing/2014/main" id="{7369C249-A0F5-41B0-B989-6E1D38033CEC}"/>
              </a:ext>
            </a:extLst>
          </p:cNvPr>
          <p:cNvSpPr txBox="1"/>
          <p:nvPr/>
        </p:nvSpPr>
        <p:spPr>
          <a:xfrm>
            <a:off x="3386280" y="2377954"/>
            <a:ext cx="2036912" cy="4616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b="1" dirty="0">
                <a:latin typeface="Times New Roman" panose="02020603050405020304" pitchFamily="18" charset="0"/>
                <a:ea typeface="나눔스퀘어" panose="020B0600000101010101" pitchFamily="50" charset="-127"/>
                <a:cs typeface="Times New Roman" panose="02020603050405020304" pitchFamily="18" charset="0"/>
              </a:rPr>
              <a:t>? </a:t>
            </a:r>
            <a:r>
              <a:rPr lang="en-US" altLang="ko-KR" sz="1200" b="1" dirty="0" err="1">
                <a:latin typeface="Times New Roman" panose="02020603050405020304" pitchFamily="18" charset="0"/>
                <a:ea typeface="나눔스퀘어" panose="020B0600000101010101" pitchFamily="50" charset="-127"/>
                <a:cs typeface="Times New Roman" panose="02020603050405020304" pitchFamily="18" charset="0"/>
              </a:rPr>
              <a:t>cmd_from_ACS</a:t>
            </a:r>
            <a:endParaRPr lang="en-US" altLang="ko-KR" sz="1200" b="1" dirty="0">
              <a:latin typeface="Times New Roman" panose="02020603050405020304" pitchFamily="18" charset="0"/>
              <a:ea typeface="나눔스퀘어" panose="020B0600000101010101" pitchFamily="50" charset="-127"/>
              <a:cs typeface="Times New Roman" panose="02020603050405020304" pitchFamily="18" charset="0"/>
            </a:endParaRPr>
          </a:p>
          <a:p>
            <a:pPr algn="ctr"/>
            <a:r>
              <a:rPr lang="en-US" altLang="ko-KR" sz="1200" i="1" dirty="0" err="1">
                <a:latin typeface="Times New Roman" panose="02020603050405020304" pitchFamily="18" charset="0"/>
                <a:ea typeface="나눔스퀘어" panose="020B0600000101010101" pitchFamily="50" charset="-127"/>
                <a:cs typeface="Times New Roman" panose="02020603050405020304" pitchFamily="18" charset="0"/>
              </a:rPr>
              <a:t>AMR_state</a:t>
            </a:r>
            <a:r>
              <a:rPr lang="en-US" altLang="ko-KR" sz="1200" i="1" dirty="0">
                <a:latin typeface="Times New Roman" panose="02020603050405020304" pitchFamily="18" charset="0"/>
                <a:ea typeface="나눔스퀘어" panose="020B0600000101010101" pitchFamily="50" charset="-127"/>
                <a:cs typeface="Times New Roman" panose="02020603050405020304" pitchFamily="18" charset="0"/>
              </a:rPr>
              <a:t> == dispatched</a:t>
            </a:r>
          </a:p>
        </p:txBody>
      </p:sp>
      <p:grpSp>
        <p:nvGrpSpPr>
          <p:cNvPr id="97" name="그룹 96">
            <a:extLst>
              <a:ext uri="{FF2B5EF4-FFF2-40B4-BE49-F238E27FC236}">
                <a16:creationId xmlns:a16="http://schemas.microsoft.com/office/drawing/2014/main" id="{0CC0AE75-1DAD-4CF4-B580-E83A1F0F721E}"/>
              </a:ext>
            </a:extLst>
          </p:cNvPr>
          <p:cNvGrpSpPr/>
          <p:nvPr/>
        </p:nvGrpSpPr>
        <p:grpSpPr>
          <a:xfrm>
            <a:off x="8778874" y="2311671"/>
            <a:ext cx="1080000" cy="1080000"/>
            <a:chOff x="4949775" y="2267350"/>
            <a:chExt cx="1080000" cy="1080000"/>
          </a:xfrm>
        </p:grpSpPr>
        <p:sp>
          <p:nvSpPr>
            <p:cNvPr id="98" name="타원 97">
              <a:extLst>
                <a:ext uri="{FF2B5EF4-FFF2-40B4-BE49-F238E27FC236}">
                  <a16:creationId xmlns:a16="http://schemas.microsoft.com/office/drawing/2014/main" id="{DA298D02-378F-4DA3-B065-92B64BC6C96E}"/>
                </a:ext>
              </a:extLst>
            </p:cNvPr>
            <p:cNvSpPr/>
            <p:nvPr/>
          </p:nvSpPr>
          <p:spPr>
            <a:xfrm>
              <a:off x="4949775" y="2267350"/>
              <a:ext cx="1080000" cy="1080000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100" dirty="0">
                <a:solidFill>
                  <a:schemeClr val="tx1"/>
                </a:solidFill>
                <a:latin typeface="Times New Roman" panose="02020603050405020304" pitchFamily="18" charset="0"/>
                <a:ea typeface="나눔스퀘어" panose="020B0600000101010101" pitchFamily="50" charset="-127"/>
                <a:cs typeface="Times New Roman" panose="02020603050405020304" pitchFamily="18" charset="0"/>
              </a:endParaRPr>
            </a:p>
          </p:txBody>
        </p:sp>
        <p:sp>
          <p:nvSpPr>
            <p:cNvPr id="99" name="TextBox 98">
              <a:extLst>
                <a:ext uri="{FF2B5EF4-FFF2-40B4-BE49-F238E27FC236}">
                  <a16:creationId xmlns:a16="http://schemas.microsoft.com/office/drawing/2014/main" id="{C0A46124-AB3F-4EBE-B91E-D56A488BB475}"/>
                </a:ext>
              </a:extLst>
            </p:cNvPr>
            <p:cNvSpPr txBox="1"/>
            <p:nvPr/>
          </p:nvSpPr>
          <p:spPr>
            <a:xfrm>
              <a:off x="4949775" y="2352529"/>
              <a:ext cx="1080000" cy="46166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ko-KR" sz="1200" dirty="0">
                  <a:latin typeface="Times New Roman" panose="02020603050405020304" pitchFamily="18" charset="0"/>
                  <a:ea typeface="나눔스퀘어OTF" panose="020B0600000101010101" pitchFamily="34" charset="-127"/>
                  <a:cs typeface="Times New Roman" panose="02020603050405020304" pitchFamily="18" charset="0"/>
                </a:rPr>
                <a:t>LOAD/</a:t>
              </a:r>
            </a:p>
            <a:p>
              <a:pPr algn="ctr"/>
              <a:r>
                <a:rPr lang="en-US" altLang="ko-KR" sz="1200" dirty="0">
                  <a:latin typeface="Times New Roman" panose="02020603050405020304" pitchFamily="18" charset="0"/>
                  <a:ea typeface="나눔스퀘어OTF" panose="020B0600000101010101" pitchFamily="34" charset="-127"/>
                  <a:cs typeface="Times New Roman" panose="02020603050405020304" pitchFamily="18" charset="0"/>
                </a:rPr>
                <a:t>UNLOAD</a:t>
              </a:r>
              <a:endParaRPr lang="ko-KR" altLang="en-US" sz="1200" dirty="0">
                <a:latin typeface="Times New Roman" panose="02020603050405020304" pitchFamily="18" charset="0"/>
                <a:ea typeface="나눔스퀘어OTF" panose="020B0600000101010101" pitchFamily="34" charset="-127"/>
                <a:cs typeface="Times New Roman" panose="02020603050405020304" pitchFamily="18" charset="0"/>
              </a:endParaRPr>
            </a:p>
          </p:txBody>
        </p:sp>
        <p:cxnSp>
          <p:nvCxnSpPr>
            <p:cNvPr id="100" name="직선 연결선 99">
              <a:extLst>
                <a:ext uri="{FF2B5EF4-FFF2-40B4-BE49-F238E27FC236}">
                  <a16:creationId xmlns:a16="http://schemas.microsoft.com/office/drawing/2014/main" id="{C9745617-B06B-414F-BCD8-126791BA0B5E}"/>
                </a:ext>
              </a:extLst>
            </p:cNvPr>
            <p:cNvCxnSpPr>
              <a:cxnSpLocks/>
            </p:cNvCxnSpPr>
            <p:nvPr/>
          </p:nvCxnSpPr>
          <p:spPr>
            <a:xfrm>
              <a:off x="4949775" y="2807350"/>
              <a:ext cx="1080000" cy="0"/>
            </a:xfrm>
            <a:prstGeom prst="line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7" name="TextBox 106">
                  <a:extLst>
                    <a:ext uri="{FF2B5EF4-FFF2-40B4-BE49-F238E27FC236}">
                      <a16:creationId xmlns:a16="http://schemas.microsoft.com/office/drawing/2014/main" id="{91B4B06A-C0C5-4B10-AADF-B1DB405EDD29}"/>
                    </a:ext>
                  </a:extLst>
                </p:cNvPr>
                <p:cNvSpPr txBox="1"/>
                <p:nvPr/>
              </p:nvSpPr>
              <p:spPr>
                <a:xfrm>
                  <a:off x="4962771" y="2888458"/>
                  <a:ext cx="1036608" cy="276999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ko-KR" sz="1200" smtClean="0">
                            <a:latin typeface="Cambria Math" panose="02040503050406030204" pitchFamily="18" charset="0"/>
                            <a:ea typeface="나눔스퀘어OTF" panose="020B0600000101010101" pitchFamily="34" charset="-127"/>
                            <a:cs typeface="Times New Roman" panose="02020603050405020304" pitchFamily="18" charset="0"/>
                          </a:rPr>
                          <m:t>𝑡𝑎</m:t>
                        </m:r>
                        <m:r>
                          <a:rPr lang="en-US" altLang="ko-KR" sz="1200" smtClean="0">
                            <a:latin typeface="Cambria Math" panose="02040503050406030204" pitchFamily="18" charset="0"/>
                            <a:ea typeface="나눔스퀘어OTF" panose="020B0600000101010101" pitchFamily="34" charset="-127"/>
                            <a:cs typeface="Times New Roman" panose="02020603050405020304" pitchFamily="18" charset="0"/>
                          </a:rPr>
                          <m:t>=0</m:t>
                        </m:r>
                      </m:oMath>
                    </m:oMathPara>
                  </a14:m>
                  <a:endParaRPr lang="en-US" altLang="ko-KR" sz="1200" dirty="0">
                    <a:latin typeface="Times New Roman" panose="02020603050405020304" pitchFamily="18" charset="0"/>
                    <a:ea typeface="나눔스퀘어OTF" panose="020B0600000101010101" pitchFamily="34" charset="-127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07" name="TextBox 106">
                  <a:extLst>
                    <a:ext uri="{FF2B5EF4-FFF2-40B4-BE49-F238E27FC236}">
                      <a16:creationId xmlns:a16="http://schemas.microsoft.com/office/drawing/2014/main" id="{91B4B06A-C0C5-4B10-AADF-B1DB405EDD2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962771" y="2888458"/>
                  <a:ext cx="1036608" cy="276999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109" name="연결선: 꺾임 188">
            <a:extLst>
              <a:ext uri="{FF2B5EF4-FFF2-40B4-BE49-F238E27FC236}">
                <a16:creationId xmlns:a16="http://schemas.microsoft.com/office/drawing/2014/main" id="{5605876F-47AB-41B3-B5EE-706E3223BF76}"/>
              </a:ext>
            </a:extLst>
          </p:cNvPr>
          <p:cNvCxnSpPr>
            <a:cxnSpLocks/>
          </p:cNvCxnSpPr>
          <p:nvPr/>
        </p:nvCxnSpPr>
        <p:spPr>
          <a:xfrm rot="16200000" flipH="1" flipV="1">
            <a:off x="5592919" y="2181285"/>
            <a:ext cx="158162" cy="381838"/>
          </a:xfrm>
          <a:prstGeom prst="bentConnector3">
            <a:avLst>
              <a:gd name="adj1" fmla="val -144535"/>
            </a:avLst>
          </a:prstGeom>
          <a:ln w="12700"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3" name="직선 화살표 연결선 112">
            <a:extLst>
              <a:ext uri="{FF2B5EF4-FFF2-40B4-BE49-F238E27FC236}">
                <a16:creationId xmlns:a16="http://schemas.microsoft.com/office/drawing/2014/main" id="{725DC0B7-4710-486B-A5A4-8DE2CFC273CD}"/>
              </a:ext>
            </a:extLst>
          </p:cNvPr>
          <p:cNvCxnSpPr>
            <a:cxnSpLocks/>
            <a:stCxn id="98" idx="3"/>
            <a:endCxn id="90" idx="5"/>
          </p:cNvCxnSpPr>
          <p:nvPr/>
        </p:nvCxnSpPr>
        <p:spPr>
          <a:xfrm flipH="1">
            <a:off x="6237971" y="3233509"/>
            <a:ext cx="2699065" cy="0"/>
          </a:xfrm>
          <a:prstGeom prst="straightConnector1">
            <a:avLst/>
          </a:prstGeom>
          <a:ln w="1270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0" name="TextBox 129">
            <a:extLst>
              <a:ext uri="{FF2B5EF4-FFF2-40B4-BE49-F238E27FC236}">
                <a16:creationId xmlns:a16="http://schemas.microsoft.com/office/drawing/2014/main" id="{A7CE9CFC-5C27-4CDC-8EF1-0BB258EEFA44}"/>
              </a:ext>
            </a:extLst>
          </p:cNvPr>
          <p:cNvSpPr txBox="1"/>
          <p:nvPr/>
        </p:nvSpPr>
        <p:spPr>
          <a:xfrm>
            <a:off x="3493339" y="1401871"/>
            <a:ext cx="2740590" cy="64633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b="1" dirty="0">
                <a:latin typeface="Times New Roman" panose="02020603050405020304" pitchFamily="18" charset="0"/>
                <a:ea typeface="나눔스퀘어" panose="020B0600000101010101" pitchFamily="50" charset="-127"/>
                <a:cs typeface="Times New Roman" panose="02020603050405020304" pitchFamily="18" charset="0"/>
              </a:rPr>
              <a:t>? </a:t>
            </a:r>
            <a:r>
              <a:rPr lang="en-US" altLang="ko-KR" sz="1200" b="1" dirty="0" err="1">
                <a:latin typeface="Times New Roman" panose="02020603050405020304" pitchFamily="18" charset="0"/>
                <a:ea typeface="나눔스퀘어" panose="020B0600000101010101" pitchFamily="50" charset="-127"/>
                <a:cs typeface="Times New Roman" panose="02020603050405020304" pitchFamily="18" charset="0"/>
              </a:rPr>
              <a:t>cmd_from_ACS</a:t>
            </a:r>
            <a:endParaRPr lang="en-US" altLang="ko-KR" sz="1200" b="1" dirty="0">
              <a:latin typeface="Times New Roman" panose="02020603050405020304" pitchFamily="18" charset="0"/>
              <a:ea typeface="나눔스퀘어" panose="020B0600000101010101" pitchFamily="50" charset="-127"/>
              <a:cs typeface="Times New Roman" panose="02020603050405020304" pitchFamily="18" charset="0"/>
            </a:endParaRPr>
          </a:p>
          <a:p>
            <a:pPr algn="ctr"/>
            <a:r>
              <a:rPr lang="en-US" altLang="ko-KR" sz="1200" i="1" dirty="0">
                <a:latin typeface="Times New Roman" panose="02020603050405020304" pitchFamily="18" charset="0"/>
                <a:ea typeface="나눔스퀘어" panose="020B0600000101010101" pitchFamily="50" charset="-127"/>
                <a:cs typeface="Times New Roman" panose="02020603050405020304" pitchFamily="18" charset="0"/>
              </a:rPr>
              <a:t>@ </a:t>
            </a:r>
            <a:r>
              <a:rPr lang="en-US" altLang="ko-KR" sz="1200" i="1" dirty="0" err="1">
                <a:latin typeface="Times New Roman" panose="02020603050405020304" pitchFamily="18" charset="0"/>
                <a:ea typeface="나눔스퀘어" panose="020B0600000101010101" pitchFamily="50" charset="-127"/>
                <a:cs typeface="Times New Roman" panose="02020603050405020304" pitchFamily="18" charset="0"/>
              </a:rPr>
              <a:t>AMR_state</a:t>
            </a:r>
            <a:r>
              <a:rPr lang="en-US" altLang="ko-KR" sz="1200" i="1" dirty="0">
                <a:latin typeface="Times New Roman" panose="02020603050405020304" pitchFamily="18" charset="0"/>
                <a:ea typeface="나눔스퀘어" panose="020B0600000101010101" pitchFamily="50" charset="-127"/>
                <a:cs typeface="Times New Roman" panose="02020603050405020304" pitchFamily="18" charset="0"/>
              </a:rPr>
              <a:t> == </a:t>
            </a:r>
            <a:r>
              <a:rPr lang="en-US" altLang="ko-KR" sz="1200" i="1" dirty="0" err="1">
                <a:latin typeface="Times New Roman" panose="02020603050405020304" pitchFamily="18" charset="0"/>
                <a:ea typeface="나눔스퀘어" panose="020B0600000101010101" pitchFamily="50" charset="-127"/>
                <a:cs typeface="Times New Roman" panose="02020603050405020304" pitchFamily="18" charset="0"/>
              </a:rPr>
              <a:t>undispatched</a:t>
            </a:r>
            <a:endParaRPr lang="en-US" altLang="ko-KR" sz="1200" i="1" dirty="0">
              <a:latin typeface="Times New Roman" panose="02020603050405020304" pitchFamily="18" charset="0"/>
              <a:ea typeface="나눔스퀘어" panose="020B0600000101010101" pitchFamily="50" charset="-127"/>
              <a:cs typeface="Times New Roman" panose="02020603050405020304" pitchFamily="18" charset="0"/>
            </a:endParaRPr>
          </a:p>
          <a:p>
            <a:pPr algn="ctr"/>
            <a:r>
              <a:rPr lang="en-US" altLang="ko-KR" sz="1200" i="1" dirty="0">
                <a:latin typeface="Times New Roman" panose="02020603050405020304" pitchFamily="18" charset="0"/>
                <a:ea typeface="나눔스퀘어" panose="020B0600000101010101" pitchFamily="50" charset="-127"/>
                <a:cs typeface="Times New Roman" panose="02020603050405020304" pitchFamily="18" charset="0"/>
              </a:rPr>
              <a:t>/</a:t>
            </a:r>
            <a:r>
              <a:rPr lang="en-US" altLang="ko-KR" sz="1200" i="1" dirty="0" err="1">
                <a:latin typeface="Times New Roman" panose="02020603050405020304" pitchFamily="18" charset="0"/>
                <a:ea typeface="나눔스퀘어" panose="020B0600000101010101" pitchFamily="50" charset="-127"/>
                <a:cs typeface="Times New Roman" panose="02020603050405020304" pitchFamily="18" charset="0"/>
              </a:rPr>
              <a:t>setState</a:t>
            </a:r>
            <a:r>
              <a:rPr lang="en-US" altLang="ko-KR" sz="1200" i="1" dirty="0">
                <a:latin typeface="Times New Roman" panose="02020603050405020304" pitchFamily="18" charset="0"/>
                <a:ea typeface="나눔스퀘어" panose="020B0600000101010101" pitchFamily="50" charset="-127"/>
                <a:cs typeface="Times New Roman" panose="02020603050405020304" pitchFamily="18" charset="0"/>
              </a:rPr>
              <a:t> = dispatched</a:t>
            </a:r>
          </a:p>
        </p:txBody>
      </p:sp>
      <p:sp>
        <p:nvSpPr>
          <p:cNvPr id="131" name="TextBox 130">
            <a:extLst>
              <a:ext uri="{FF2B5EF4-FFF2-40B4-BE49-F238E27FC236}">
                <a16:creationId xmlns:a16="http://schemas.microsoft.com/office/drawing/2014/main" id="{68EDF3EE-1AF8-4752-A08F-D1092B693D50}"/>
              </a:ext>
            </a:extLst>
          </p:cNvPr>
          <p:cNvSpPr txBox="1"/>
          <p:nvPr/>
        </p:nvSpPr>
        <p:spPr>
          <a:xfrm>
            <a:off x="6386265" y="3226510"/>
            <a:ext cx="2335471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ko-KR" sz="1200" b="1" dirty="0">
                <a:latin typeface="Times New Roman" panose="02020603050405020304" pitchFamily="18" charset="0"/>
                <a:ea typeface="나눔스퀘어" panose="020B0600000101010101" pitchFamily="50" charset="-127"/>
                <a:cs typeface="Times New Roman" panose="02020603050405020304" pitchFamily="18" charset="0"/>
              </a:rPr>
              <a:t>! </a:t>
            </a:r>
            <a:r>
              <a:rPr lang="en-US" altLang="ko-KR" sz="1200" b="1" dirty="0" err="1">
                <a:latin typeface="Times New Roman" panose="02020603050405020304" pitchFamily="18" charset="0"/>
                <a:ea typeface="나눔스퀘어" panose="020B0600000101010101" pitchFamily="50" charset="-127"/>
                <a:cs typeface="Times New Roman" panose="02020603050405020304" pitchFamily="18" charset="0"/>
              </a:rPr>
              <a:t>cmd_completed_to_mm</a:t>
            </a:r>
            <a:endParaRPr lang="en-US" altLang="ko-KR" sz="1200" b="1" dirty="0">
              <a:latin typeface="Times New Roman" panose="02020603050405020304" pitchFamily="18" charset="0"/>
              <a:ea typeface="나눔스퀘어" panose="020B0600000101010101" pitchFamily="50" charset="-127"/>
              <a:cs typeface="Times New Roman" panose="02020603050405020304" pitchFamily="18" charset="0"/>
            </a:endParaRPr>
          </a:p>
        </p:txBody>
      </p:sp>
      <p:cxnSp>
        <p:nvCxnSpPr>
          <p:cNvPr id="32" name="직선 화살표 연결선 31">
            <a:extLst>
              <a:ext uri="{FF2B5EF4-FFF2-40B4-BE49-F238E27FC236}">
                <a16:creationId xmlns:a16="http://schemas.microsoft.com/office/drawing/2014/main" id="{89C4389C-EAD8-EF99-E9C2-63F84F3F2FF7}"/>
              </a:ext>
            </a:extLst>
          </p:cNvPr>
          <p:cNvCxnSpPr>
            <a:cxnSpLocks/>
            <a:stCxn id="85" idx="6"/>
            <a:endCxn id="90" idx="2"/>
          </p:cNvCxnSpPr>
          <p:nvPr/>
        </p:nvCxnSpPr>
        <p:spPr>
          <a:xfrm>
            <a:off x="3493339" y="2851671"/>
            <a:ext cx="1822794" cy="0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9" name="그룹 38">
            <a:extLst>
              <a:ext uri="{FF2B5EF4-FFF2-40B4-BE49-F238E27FC236}">
                <a16:creationId xmlns:a16="http://schemas.microsoft.com/office/drawing/2014/main" id="{4A01EC73-7082-B637-BCD1-7ADC0A1CD5B1}"/>
              </a:ext>
            </a:extLst>
          </p:cNvPr>
          <p:cNvGrpSpPr/>
          <p:nvPr/>
        </p:nvGrpSpPr>
        <p:grpSpPr>
          <a:xfrm>
            <a:off x="6302549" y="4291453"/>
            <a:ext cx="1080000" cy="1080000"/>
            <a:chOff x="4949775" y="2267350"/>
            <a:chExt cx="1080000" cy="1080000"/>
          </a:xfrm>
        </p:grpSpPr>
        <p:sp>
          <p:nvSpPr>
            <p:cNvPr id="40" name="타원 39">
              <a:extLst>
                <a:ext uri="{FF2B5EF4-FFF2-40B4-BE49-F238E27FC236}">
                  <a16:creationId xmlns:a16="http://schemas.microsoft.com/office/drawing/2014/main" id="{4EC63280-9037-DE0A-BEE2-70B0B8F8B6D2}"/>
                </a:ext>
              </a:extLst>
            </p:cNvPr>
            <p:cNvSpPr/>
            <p:nvPr/>
          </p:nvSpPr>
          <p:spPr>
            <a:xfrm>
              <a:off x="4949775" y="2267350"/>
              <a:ext cx="1080000" cy="1080000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100" dirty="0">
                <a:solidFill>
                  <a:schemeClr val="tx1"/>
                </a:solidFill>
                <a:latin typeface="Times New Roman" panose="02020603050405020304" pitchFamily="18" charset="0"/>
                <a:ea typeface="나눔스퀘어" panose="020B0600000101010101" pitchFamily="50" charset="-127"/>
                <a:cs typeface="Times New Roman" panose="02020603050405020304" pitchFamily="18" charset="0"/>
              </a:endParaRP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0477DCFA-B5E7-471F-BC4B-5BC4AC77A20F}"/>
                </a:ext>
              </a:extLst>
            </p:cNvPr>
            <p:cNvSpPr txBox="1"/>
            <p:nvPr/>
          </p:nvSpPr>
          <p:spPr>
            <a:xfrm>
              <a:off x="4949775" y="2444861"/>
              <a:ext cx="1080000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ko-KR" sz="1200" dirty="0">
                  <a:latin typeface="Times New Roman" panose="02020603050405020304" pitchFamily="18" charset="0"/>
                  <a:ea typeface="나눔스퀘어OTF" panose="020B0600000101010101" pitchFamily="34" charset="-127"/>
                  <a:cs typeface="Times New Roman" panose="02020603050405020304" pitchFamily="18" charset="0"/>
                </a:rPr>
                <a:t>INFORM</a:t>
              </a:r>
              <a:endParaRPr lang="ko-KR" altLang="en-US" sz="1200" dirty="0">
                <a:latin typeface="Times New Roman" panose="02020603050405020304" pitchFamily="18" charset="0"/>
                <a:ea typeface="나눔스퀘어OTF" panose="020B0600000101010101" pitchFamily="34" charset="-127"/>
                <a:cs typeface="Times New Roman" panose="02020603050405020304" pitchFamily="18" charset="0"/>
              </a:endParaRPr>
            </a:p>
          </p:txBody>
        </p:sp>
        <p:cxnSp>
          <p:nvCxnSpPr>
            <p:cNvPr id="42" name="직선 연결선 41">
              <a:extLst>
                <a:ext uri="{FF2B5EF4-FFF2-40B4-BE49-F238E27FC236}">
                  <a16:creationId xmlns:a16="http://schemas.microsoft.com/office/drawing/2014/main" id="{EBE0463B-C523-E3DA-261C-9F7E74F605B5}"/>
                </a:ext>
              </a:extLst>
            </p:cNvPr>
            <p:cNvCxnSpPr>
              <a:cxnSpLocks/>
            </p:cNvCxnSpPr>
            <p:nvPr/>
          </p:nvCxnSpPr>
          <p:spPr>
            <a:xfrm>
              <a:off x="4949775" y="2807350"/>
              <a:ext cx="1080000" cy="0"/>
            </a:xfrm>
            <a:prstGeom prst="line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3" name="TextBox 42">
                  <a:extLst>
                    <a:ext uri="{FF2B5EF4-FFF2-40B4-BE49-F238E27FC236}">
                      <a16:creationId xmlns:a16="http://schemas.microsoft.com/office/drawing/2014/main" id="{C8B854B4-06AE-C08E-6AF8-7136F8A13C0F}"/>
                    </a:ext>
                  </a:extLst>
                </p:cNvPr>
                <p:cNvSpPr txBox="1"/>
                <p:nvPr/>
              </p:nvSpPr>
              <p:spPr>
                <a:xfrm>
                  <a:off x="4991790" y="2888087"/>
                  <a:ext cx="1036608" cy="276999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spAutoFit/>
                </a:bodyPr>
                <a:lstStyle/>
                <a:p>
                  <a:pPr algn="ctr"/>
                  <a14:m>
                    <m:oMath xmlns:m="http://schemas.openxmlformats.org/officeDocument/2006/math">
                      <m:r>
                        <a:rPr lang="en-US" altLang="ko-KR" sz="1200">
                          <a:latin typeface="Cambria Math" panose="02040503050406030204" pitchFamily="18" charset="0"/>
                          <a:ea typeface="나눔스퀘어OTF" panose="020B0600000101010101" pitchFamily="34" charset="-127"/>
                          <a:cs typeface="Times New Roman" panose="02020603050405020304" pitchFamily="18" charset="0"/>
                        </a:rPr>
                        <m:t>𝑡𝑎</m:t>
                      </m:r>
                      <m:r>
                        <a:rPr lang="en-US" altLang="ko-KR" sz="1200">
                          <a:latin typeface="Cambria Math" panose="02040503050406030204" pitchFamily="18" charset="0"/>
                          <a:ea typeface="나눔스퀘어OTF" panose="020B0600000101010101" pitchFamily="34" charset="-127"/>
                          <a:cs typeface="Times New Roman" panose="02020603050405020304" pitchFamily="18" charset="0"/>
                        </a:rPr>
                        <m:t>=</m:t>
                      </m:r>
                    </m:oMath>
                  </a14:m>
                  <a:r>
                    <a:rPr lang="ko-KR" altLang="en-US" sz="1200" dirty="0">
                      <a:latin typeface="Times New Roman" panose="02020603050405020304" pitchFamily="18" charset="0"/>
                      <a:ea typeface="나눔스퀘어OTF" panose="020B0600000101010101" pitchFamily="34" charset="-127"/>
                      <a:cs typeface="Times New Roman" panose="02020603050405020304" pitchFamily="18" charset="0"/>
                    </a:rPr>
                    <a:t> </a:t>
                  </a:r>
                  <a:r>
                    <a:rPr lang="en-US" altLang="ko-KR" sz="1200" dirty="0">
                      <a:latin typeface="Times New Roman" panose="02020603050405020304" pitchFamily="18" charset="0"/>
                      <a:ea typeface="나눔스퀘어OTF" panose="020B0600000101010101" pitchFamily="34" charset="-127"/>
                      <a:cs typeface="Times New Roman" panose="02020603050405020304" pitchFamily="18" charset="0"/>
                    </a:rPr>
                    <a:t>0</a:t>
                  </a:r>
                </a:p>
              </p:txBody>
            </p:sp>
          </mc:Choice>
          <mc:Fallback xmlns="">
            <p:sp>
              <p:nvSpPr>
                <p:cNvPr id="43" name="TextBox 42">
                  <a:extLst>
                    <a:ext uri="{FF2B5EF4-FFF2-40B4-BE49-F238E27FC236}">
                      <a16:creationId xmlns:a16="http://schemas.microsoft.com/office/drawing/2014/main" id="{C8B854B4-06AE-C08E-6AF8-7136F8A13C0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991790" y="2888087"/>
                  <a:ext cx="1036608" cy="276999"/>
                </a:xfrm>
                <a:prstGeom prst="rect">
                  <a:avLst/>
                </a:prstGeom>
                <a:blipFill>
                  <a:blip r:embed="rId6"/>
                  <a:stretch>
                    <a:fillRect b="-17778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44" name="직선 화살표 연결선 43">
            <a:extLst>
              <a:ext uri="{FF2B5EF4-FFF2-40B4-BE49-F238E27FC236}">
                <a16:creationId xmlns:a16="http://schemas.microsoft.com/office/drawing/2014/main" id="{8605BFE1-5BC4-C5E0-0A63-A737FD822F09}"/>
              </a:ext>
            </a:extLst>
          </p:cNvPr>
          <p:cNvCxnSpPr>
            <a:cxnSpLocks/>
            <a:stCxn id="90" idx="3"/>
            <a:endCxn id="85" idx="5"/>
          </p:cNvCxnSpPr>
          <p:nvPr/>
        </p:nvCxnSpPr>
        <p:spPr>
          <a:xfrm flipH="1">
            <a:off x="3335177" y="3233509"/>
            <a:ext cx="2139118" cy="0"/>
          </a:xfrm>
          <a:prstGeom prst="straightConnector1">
            <a:avLst/>
          </a:prstGeom>
          <a:ln w="1270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TextBox 56">
            <a:extLst>
              <a:ext uri="{FF2B5EF4-FFF2-40B4-BE49-F238E27FC236}">
                <a16:creationId xmlns:a16="http://schemas.microsoft.com/office/drawing/2014/main" id="{603BC060-F8E0-7A8F-2802-F3A754443425}"/>
              </a:ext>
            </a:extLst>
          </p:cNvPr>
          <p:cNvSpPr txBox="1"/>
          <p:nvPr/>
        </p:nvSpPr>
        <p:spPr>
          <a:xfrm>
            <a:off x="3979266" y="3973097"/>
            <a:ext cx="1938487" cy="4616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b="1" dirty="0">
                <a:latin typeface="Times New Roman" panose="02020603050405020304" pitchFamily="18" charset="0"/>
                <a:ea typeface="나눔스퀘어" panose="020B0600000101010101" pitchFamily="50" charset="-127"/>
                <a:cs typeface="Times New Roman" panose="02020603050405020304" pitchFamily="18" charset="0"/>
              </a:rPr>
              <a:t>! </a:t>
            </a:r>
            <a:r>
              <a:rPr lang="en-US" altLang="ko-KR" sz="1200" b="1" dirty="0" err="1">
                <a:latin typeface="Times New Roman" panose="02020603050405020304" pitchFamily="18" charset="0"/>
                <a:ea typeface="나눔스퀘어" panose="020B0600000101010101" pitchFamily="50" charset="-127"/>
                <a:cs typeface="Times New Roman" panose="02020603050405020304" pitchFamily="18" charset="0"/>
              </a:rPr>
              <a:t>return_completed_to_tm</a:t>
            </a:r>
            <a:endParaRPr lang="en-US" altLang="ko-KR" sz="1200" b="1" dirty="0">
              <a:latin typeface="Times New Roman" panose="02020603050405020304" pitchFamily="18" charset="0"/>
              <a:ea typeface="나눔스퀘어" panose="020B0600000101010101" pitchFamily="50" charset="-127"/>
              <a:cs typeface="Times New Roman" panose="02020603050405020304" pitchFamily="18" charset="0"/>
            </a:endParaRPr>
          </a:p>
          <a:p>
            <a:pPr algn="ctr"/>
            <a:r>
              <a:rPr lang="en-US" altLang="ko-KR" sz="1200" dirty="0">
                <a:latin typeface="Times New Roman" panose="02020603050405020304" pitchFamily="18" charset="0"/>
                <a:ea typeface="나눔스퀘어" panose="020B0600000101010101" pitchFamily="50" charset="-127"/>
                <a:cs typeface="Times New Roman" panose="02020603050405020304" pitchFamily="18" charset="0"/>
              </a:rPr>
              <a:t>( Dispatchable )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5B534450-7BA4-3B79-17CF-5623D6EAB438}"/>
              </a:ext>
            </a:extLst>
          </p:cNvPr>
          <p:cNvSpPr txBox="1"/>
          <p:nvPr/>
        </p:nvSpPr>
        <p:spPr>
          <a:xfrm>
            <a:off x="3442705" y="3257613"/>
            <a:ext cx="2385192" cy="4616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b="1" dirty="0">
                <a:latin typeface="Times New Roman" panose="02020603050405020304" pitchFamily="18" charset="0"/>
                <a:ea typeface="나눔스퀘어" panose="020B0600000101010101" pitchFamily="50" charset="-127"/>
                <a:cs typeface="Times New Roman" panose="02020603050405020304" pitchFamily="18" charset="0"/>
              </a:rPr>
              <a:t>! </a:t>
            </a:r>
            <a:r>
              <a:rPr lang="en-US" altLang="ko-KR" sz="1200" b="1" dirty="0" err="1">
                <a:latin typeface="Times New Roman" panose="02020603050405020304" pitchFamily="18" charset="0"/>
                <a:ea typeface="나눔스퀘어" panose="020B0600000101010101" pitchFamily="50" charset="-127"/>
                <a:cs typeface="Times New Roman" panose="02020603050405020304" pitchFamily="18" charset="0"/>
              </a:rPr>
              <a:t>return_completed_to_tm</a:t>
            </a:r>
            <a:endParaRPr lang="en-US" altLang="ko-KR" sz="1200" b="1" dirty="0">
              <a:latin typeface="Times New Roman" panose="02020603050405020304" pitchFamily="18" charset="0"/>
              <a:ea typeface="나눔스퀘어" panose="020B0600000101010101" pitchFamily="50" charset="-127"/>
              <a:cs typeface="Times New Roman" panose="02020603050405020304" pitchFamily="18" charset="0"/>
            </a:endParaRPr>
          </a:p>
          <a:p>
            <a:pPr algn="ctr"/>
            <a:r>
              <a:rPr lang="en-US" altLang="ko-KR" sz="1200" dirty="0">
                <a:latin typeface="Times New Roman" panose="02020603050405020304" pitchFamily="18" charset="0"/>
                <a:ea typeface="나눔스퀘어" panose="020B0600000101010101" pitchFamily="50" charset="-127"/>
                <a:cs typeface="Times New Roman" panose="02020603050405020304" pitchFamily="18" charset="0"/>
              </a:rPr>
              <a:t>( Physically arrived at station)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EB08E1BA-0A69-2AB0-2DF3-B260871748B7}"/>
              </a:ext>
            </a:extLst>
          </p:cNvPr>
          <p:cNvSpPr txBox="1"/>
          <p:nvPr/>
        </p:nvSpPr>
        <p:spPr>
          <a:xfrm>
            <a:off x="7351062" y="4845739"/>
            <a:ext cx="2468926" cy="4616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ko-KR" sz="1200" b="1" dirty="0">
                <a:latin typeface="Times New Roman" panose="02020603050405020304" pitchFamily="18" charset="0"/>
                <a:ea typeface="나눔스퀘어" panose="020B0600000101010101" pitchFamily="50" charset="-127"/>
                <a:cs typeface="Times New Roman" panose="02020603050405020304" pitchFamily="18" charset="0"/>
              </a:rPr>
              <a:t>! </a:t>
            </a:r>
            <a:r>
              <a:rPr lang="en-US" altLang="ko-KR" sz="1200" b="1" dirty="0" err="1">
                <a:latin typeface="Times New Roman" panose="02020603050405020304" pitchFamily="18" charset="0"/>
                <a:ea typeface="나눔스퀘어" panose="020B0600000101010101" pitchFamily="50" charset="-127"/>
                <a:cs typeface="Times New Roman" panose="02020603050405020304" pitchFamily="18" charset="0"/>
              </a:rPr>
              <a:t>cmd_completed_to_mm</a:t>
            </a:r>
            <a:endParaRPr lang="en-US" altLang="ko-KR" sz="1200" b="1" dirty="0">
              <a:latin typeface="Times New Roman" panose="02020603050405020304" pitchFamily="18" charset="0"/>
              <a:ea typeface="나눔스퀘어" panose="020B0600000101010101" pitchFamily="50" charset="-127"/>
              <a:cs typeface="Times New Roman" panose="02020603050405020304" pitchFamily="18" charset="0"/>
            </a:endParaRPr>
          </a:p>
          <a:p>
            <a:r>
              <a:rPr lang="en-US" altLang="ko-KR" sz="1200" i="1" dirty="0">
                <a:latin typeface="Times New Roman" panose="02020603050405020304" pitchFamily="18" charset="0"/>
                <a:ea typeface="나눔스퀘어" panose="020B0600000101010101" pitchFamily="50" charset="-127"/>
                <a:cs typeface="Times New Roman" panose="02020603050405020304" pitchFamily="18" charset="0"/>
              </a:rPr>
              <a:t>@ </a:t>
            </a:r>
            <a:r>
              <a:rPr lang="en-US" altLang="ko-KR" sz="1200" i="1" dirty="0" err="1">
                <a:latin typeface="Times New Roman" panose="02020603050405020304" pitchFamily="18" charset="0"/>
                <a:ea typeface="나눔스퀘어" panose="020B0600000101010101" pitchFamily="50" charset="-127"/>
                <a:cs typeface="Times New Roman" panose="02020603050405020304" pitchFamily="18" charset="0"/>
              </a:rPr>
              <a:t>AMR_state</a:t>
            </a:r>
            <a:r>
              <a:rPr lang="en-US" altLang="ko-KR" sz="1200" i="1" dirty="0">
                <a:latin typeface="Times New Roman" panose="02020603050405020304" pitchFamily="18" charset="0"/>
                <a:ea typeface="나눔스퀘어" panose="020B0600000101010101" pitchFamily="50" charset="-127"/>
                <a:cs typeface="Times New Roman" panose="02020603050405020304" pitchFamily="18" charset="0"/>
              </a:rPr>
              <a:t> == </a:t>
            </a:r>
            <a:r>
              <a:rPr lang="en-US" altLang="ko-KR" sz="1200" i="1" dirty="0" err="1">
                <a:latin typeface="Times New Roman" panose="02020603050405020304" pitchFamily="18" charset="0"/>
                <a:ea typeface="나눔스퀘어" panose="020B0600000101010101" pitchFamily="50" charset="-127"/>
                <a:cs typeface="Times New Roman" panose="02020603050405020304" pitchFamily="18" charset="0"/>
              </a:rPr>
              <a:t>undispatched</a:t>
            </a:r>
            <a:endParaRPr lang="en-US" altLang="ko-KR" sz="1200" i="1" dirty="0">
              <a:latin typeface="Times New Roman" panose="02020603050405020304" pitchFamily="18" charset="0"/>
              <a:ea typeface="나눔스퀘어" panose="020B0600000101010101" pitchFamily="50" charset="-127"/>
              <a:cs typeface="Times New Roman" panose="02020603050405020304" pitchFamily="18" charset="0"/>
            </a:endParaRP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6046A8CA-D89E-0665-9C91-D2AE255B1A62}"/>
              </a:ext>
            </a:extLst>
          </p:cNvPr>
          <p:cNvSpPr txBox="1"/>
          <p:nvPr/>
        </p:nvSpPr>
        <p:spPr>
          <a:xfrm>
            <a:off x="6079134" y="3457717"/>
            <a:ext cx="2511551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i="1" dirty="0">
                <a:latin typeface="Times New Roman" panose="02020603050405020304" pitchFamily="18" charset="0"/>
                <a:ea typeface="나눔스퀘어" panose="020B0600000101010101" pitchFamily="50" charset="-127"/>
                <a:cs typeface="Times New Roman" panose="02020603050405020304" pitchFamily="18" charset="0"/>
              </a:rPr>
              <a:t>@ </a:t>
            </a:r>
            <a:r>
              <a:rPr lang="en-US" altLang="ko-KR" sz="1200" i="1" dirty="0" err="1">
                <a:latin typeface="Times New Roman" panose="02020603050405020304" pitchFamily="18" charset="0"/>
                <a:ea typeface="나눔스퀘어" panose="020B0600000101010101" pitchFamily="50" charset="-127"/>
                <a:cs typeface="Times New Roman" panose="02020603050405020304" pitchFamily="18" charset="0"/>
              </a:rPr>
              <a:t>AMR_state</a:t>
            </a:r>
            <a:r>
              <a:rPr lang="en-US" altLang="ko-KR" sz="1200" i="1" dirty="0">
                <a:latin typeface="Times New Roman" panose="02020603050405020304" pitchFamily="18" charset="0"/>
                <a:ea typeface="나눔스퀘어" panose="020B0600000101010101" pitchFamily="50" charset="-127"/>
                <a:cs typeface="Times New Roman" panose="02020603050405020304" pitchFamily="18" charset="0"/>
              </a:rPr>
              <a:t> == dispatched</a:t>
            </a:r>
          </a:p>
        </p:txBody>
      </p:sp>
      <p:cxnSp>
        <p:nvCxnSpPr>
          <p:cNvPr id="71" name="연결선: 꺾임 188">
            <a:extLst>
              <a:ext uri="{FF2B5EF4-FFF2-40B4-BE49-F238E27FC236}">
                <a16:creationId xmlns:a16="http://schemas.microsoft.com/office/drawing/2014/main" id="{E437E049-139D-EE12-3851-B6ECF9C0B21D}"/>
              </a:ext>
            </a:extLst>
          </p:cNvPr>
          <p:cNvCxnSpPr>
            <a:cxnSpLocks/>
          </p:cNvCxnSpPr>
          <p:nvPr/>
        </p:nvCxnSpPr>
        <p:spPr>
          <a:xfrm rot="5400000" flipV="1">
            <a:off x="6014031" y="2189567"/>
            <a:ext cx="158162" cy="381838"/>
          </a:xfrm>
          <a:prstGeom prst="bentConnector3">
            <a:avLst>
              <a:gd name="adj1" fmla="val -152677"/>
            </a:avLst>
          </a:prstGeom>
          <a:ln w="12700">
            <a:prstDash val="dash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3" name="TextBox 72">
            <a:extLst>
              <a:ext uri="{FF2B5EF4-FFF2-40B4-BE49-F238E27FC236}">
                <a16:creationId xmlns:a16="http://schemas.microsoft.com/office/drawing/2014/main" id="{8A89FFAC-0EAC-6627-EC1F-5C3FD0937FCB}"/>
              </a:ext>
            </a:extLst>
          </p:cNvPr>
          <p:cNvSpPr txBox="1"/>
          <p:nvPr/>
        </p:nvSpPr>
        <p:spPr>
          <a:xfrm>
            <a:off x="5651165" y="1723357"/>
            <a:ext cx="2382768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b="1" dirty="0">
                <a:latin typeface="Times New Roman" panose="02020603050405020304" pitchFamily="18" charset="0"/>
                <a:ea typeface="나눔스퀘어" panose="020B0600000101010101" pitchFamily="50" charset="-127"/>
                <a:cs typeface="Times New Roman" panose="02020603050405020304" pitchFamily="18" charset="0"/>
              </a:rPr>
              <a:t>! </a:t>
            </a:r>
            <a:r>
              <a:rPr lang="en-US" altLang="ko-KR" sz="1200" b="1" dirty="0" err="1">
                <a:latin typeface="Times New Roman" panose="02020603050405020304" pitchFamily="18" charset="0"/>
                <a:ea typeface="나눔스퀘어" panose="020B0600000101010101" pitchFamily="50" charset="-127"/>
                <a:cs typeface="Times New Roman" panose="02020603050405020304" pitchFamily="18" charset="0"/>
              </a:rPr>
              <a:t>physical_result_to_analyzer</a:t>
            </a:r>
            <a:endParaRPr lang="en-US" altLang="ko-KR" sz="1200" b="1" dirty="0">
              <a:latin typeface="Times New Roman" panose="02020603050405020304" pitchFamily="18" charset="0"/>
              <a:ea typeface="나눔스퀘어" panose="020B0600000101010101" pitchFamily="50" charset="-127"/>
              <a:cs typeface="Times New Roman" panose="02020603050405020304" pitchFamily="18" charset="0"/>
            </a:endParaRPr>
          </a:p>
        </p:txBody>
      </p:sp>
      <p:cxnSp>
        <p:nvCxnSpPr>
          <p:cNvPr id="58" name="연결선: 꺾임 57">
            <a:extLst>
              <a:ext uri="{FF2B5EF4-FFF2-40B4-BE49-F238E27FC236}">
                <a16:creationId xmlns:a16="http://schemas.microsoft.com/office/drawing/2014/main" id="{AD393E56-5078-4C87-A701-4463C35EC25B}"/>
              </a:ext>
            </a:extLst>
          </p:cNvPr>
          <p:cNvCxnSpPr>
            <a:cxnSpLocks/>
            <a:stCxn id="98" idx="4"/>
            <a:endCxn id="40" idx="6"/>
          </p:cNvCxnSpPr>
          <p:nvPr/>
        </p:nvCxnSpPr>
        <p:spPr>
          <a:xfrm rot="5400000">
            <a:off x="7630821" y="3143400"/>
            <a:ext cx="1439782" cy="1936325"/>
          </a:xfrm>
          <a:prstGeom prst="bentConnector2">
            <a:avLst/>
          </a:prstGeom>
          <a:ln w="12700">
            <a:solidFill>
              <a:schemeClr val="tx1"/>
            </a:solidFill>
            <a:prstDash val="dash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연결선: 꺾임 63">
            <a:extLst>
              <a:ext uri="{FF2B5EF4-FFF2-40B4-BE49-F238E27FC236}">
                <a16:creationId xmlns:a16="http://schemas.microsoft.com/office/drawing/2014/main" id="{74E11241-62F5-47BB-9CA8-A36CC948D3AF}"/>
              </a:ext>
            </a:extLst>
          </p:cNvPr>
          <p:cNvCxnSpPr>
            <a:cxnSpLocks/>
            <a:stCxn id="40" idx="2"/>
            <a:endCxn id="90" idx="4"/>
          </p:cNvCxnSpPr>
          <p:nvPr/>
        </p:nvCxnSpPr>
        <p:spPr>
          <a:xfrm rot="10800000">
            <a:off x="5856133" y="3391671"/>
            <a:ext cx="446416" cy="1439782"/>
          </a:xfrm>
          <a:prstGeom prst="bentConnector2">
            <a:avLst/>
          </a:prstGeom>
          <a:ln w="12700">
            <a:solidFill>
              <a:schemeClr val="tx1"/>
            </a:solidFill>
            <a:prstDash val="dash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직선 연결선 67">
            <a:extLst>
              <a:ext uri="{FF2B5EF4-FFF2-40B4-BE49-F238E27FC236}">
                <a16:creationId xmlns:a16="http://schemas.microsoft.com/office/drawing/2014/main" id="{F109281A-47DA-4512-A496-52E5C2792A87}"/>
              </a:ext>
            </a:extLst>
          </p:cNvPr>
          <p:cNvCxnSpPr>
            <a:cxnSpLocks/>
          </p:cNvCxnSpPr>
          <p:nvPr/>
        </p:nvCxnSpPr>
        <p:spPr>
          <a:xfrm>
            <a:off x="2090798" y="5538611"/>
            <a:ext cx="801040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TextBox 71">
            <a:extLst>
              <a:ext uri="{FF2B5EF4-FFF2-40B4-BE49-F238E27FC236}">
                <a16:creationId xmlns:a16="http://schemas.microsoft.com/office/drawing/2014/main" id="{05BAFE42-4D15-4E43-95B2-1260385544ED}"/>
              </a:ext>
            </a:extLst>
          </p:cNvPr>
          <p:cNvSpPr txBox="1"/>
          <p:nvPr/>
        </p:nvSpPr>
        <p:spPr>
          <a:xfrm>
            <a:off x="2089812" y="5593383"/>
            <a:ext cx="7569171" cy="253916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ko-KR" sz="1050" i="1" dirty="0" err="1">
                <a:latin typeface="Times New Roman" panose="02020603050405020304" pitchFamily="18" charset="0"/>
                <a:ea typeface="나눔스퀘어" panose="020B0600000101010101" pitchFamily="50" charset="-127"/>
                <a:cs typeface="Times New Roman" panose="02020603050405020304" pitchFamily="18" charset="0"/>
              </a:rPr>
              <a:t>setState</a:t>
            </a:r>
            <a:r>
              <a:rPr lang="en-US" altLang="ko-KR" sz="1050" i="1" dirty="0">
                <a:latin typeface="Times New Roman" panose="02020603050405020304" pitchFamily="18" charset="0"/>
                <a:ea typeface="나눔스퀘어" panose="020B0600000101010101" pitchFamily="50" charset="-127"/>
                <a:cs typeface="Times New Roman" panose="02020603050405020304" pitchFamily="18" charset="0"/>
              </a:rPr>
              <a:t>: AMR</a:t>
            </a:r>
            <a:r>
              <a:rPr lang="ko-KR" altLang="en-US" sz="1050" i="1" dirty="0">
                <a:latin typeface="Times New Roman" panose="02020603050405020304" pitchFamily="18" charset="0"/>
                <a:ea typeface="나눔스퀘어" panose="020B0600000101010101" pitchFamily="50" charset="-127"/>
                <a:cs typeface="Times New Roman" panose="02020603050405020304" pitchFamily="18" charset="0"/>
              </a:rPr>
              <a:t>의 상태가 작업 상태인지 유휴 상태인지 설정</a:t>
            </a:r>
            <a:endParaRPr lang="en-US" altLang="ko-KR" sz="1050" i="1" dirty="0">
              <a:latin typeface="Times New Roman" panose="02020603050405020304" pitchFamily="18" charset="0"/>
              <a:ea typeface="나눔스퀘어" panose="020B0600000101010101" pitchFamily="50" charset="-127"/>
              <a:cs typeface="Times New Roman" panose="02020603050405020304" pitchFamily="18" charset="0"/>
            </a:endParaRPr>
          </a:p>
        </p:txBody>
      </p:sp>
      <p:cxnSp>
        <p:nvCxnSpPr>
          <p:cNvPr id="7" name="직선 화살표 연결선 6">
            <a:extLst>
              <a:ext uri="{FF2B5EF4-FFF2-40B4-BE49-F238E27FC236}">
                <a16:creationId xmlns:a16="http://schemas.microsoft.com/office/drawing/2014/main" id="{D925C3D3-78C2-9A8C-1B4B-DF60B5C37716}"/>
              </a:ext>
            </a:extLst>
          </p:cNvPr>
          <p:cNvCxnSpPr>
            <a:cxnSpLocks/>
          </p:cNvCxnSpPr>
          <p:nvPr/>
        </p:nvCxnSpPr>
        <p:spPr>
          <a:xfrm flipV="1">
            <a:off x="6282601" y="2518852"/>
            <a:ext cx="2623003" cy="1"/>
          </a:xfrm>
          <a:prstGeom prst="straightConnector1">
            <a:avLst/>
          </a:prstGeom>
          <a:ln w="1270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ADE4700C-A9AD-065F-E958-44CB7EDE5377}"/>
              </a:ext>
            </a:extLst>
          </p:cNvPr>
          <p:cNvSpPr txBox="1"/>
          <p:nvPr/>
        </p:nvSpPr>
        <p:spPr>
          <a:xfrm>
            <a:off x="6549480" y="2015681"/>
            <a:ext cx="230037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200" i="1" dirty="0">
                <a:latin typeface="Times New Roman" panose="02020603050405020304" pitchFamily="18" charset="0"/>
                <a:ea typeface="나눔스퀘어" panose="020B0600000101010101" pitchFamily="50" charset="-127"/>
                <a:cs typeface="Times New Roman" panose="02020603050405020304" pitchFamily="18" charset="0"/>
              </a:rPr>
              <a:t>Only internal transition @ load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A40A064-597B-13C9-EAA1-5EB7533AC3C0}"/>
              </a:ext>
            </a:extLst>
          </p:cNvPr>
          <p:cNvSpPr txBox="1"/>
          <p:nvPr/>
        </p:nvSpPr>
        <p:spPr>
          <a:xfrm>
            <a:off x="6437105" y="2237684"/>
            <a:ext cx="258757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200" i="1" dirty="0">
                <a:latin typeface="Times New Roman" panose="02020603050405020304" pitchFamily="18" charset="0"/>
                <a:ea typeface="나눔스퀘어" panose="020B0600000101010101" pitchFamily="50" charset="-127"/>
                <a:cs typeface="Times New Roman" panose="02020603050405020304" pitchFamily="18" charset="0"/>
              </a:rPr>
              <a:t>/</a:t>
            </a:r>
            <a:r>
              <a:rPr lang="en-US" altLang="ko-KR" sz="1200" i="1" dirty="0" err="1">
                <a:latin typeface="Times New Roman" panose="02020603050405020304" pitchFamily="18" charset="0"/>
                <a:ea typeface="나눔스퀘어" panose="020B0600000101010101" pitchFamily="50" charset="-127"/>
                <a:cs typeface="Times New Roman" panose="02020603050405020304" pitchFamily="18" charset="0"/>
              </a:rPr>
              <a:t>setState</a:t>
            </a:r>
            <a:r>
              <a:rPr lang="en-US" altLang="ko-KR" sz="1200" i="1" dirty="0">
                <a:latin typeface="Times New Roman" panose="02020603050405020304" pitchFamily="18" charset="0"/>
                <a:ea typeface="나눔스퀘어" panose="020B0600000101010101" pitchFamily="50" charset="-127"/>
                <a:cs typeface="Times New Roman" panose="02020603050405020304" pitchFamily="18" charset="0"/>
              </a:rPr>
              <a:t> = </a:t>
            </a:r>
            <a:r>
              <a:rPr lang="en-US" altLang="ko-KR" sz="1200" i="1" dirty="0" err="1">
                <a:latin typeface="Times New Roman" panose="02020603050405020304" pitchFamily="18" charset="0"/>
                <a:ea typeface="나눔스퀘어" panose="020B0600000101010101" pitchFamily="50" charset="-127"/>
                <a:cs typeface="Times New Roman" panose="02020603050405020304" pitchFamily="18" charset="0"/>
              </a:rPr>
              <a:t>undispatched</a:t>
            </a:r>
            <a:r>
              <a:rPr lang="en-US" altLang="ko-KR" sz="1200" b="1" dirty="0">
                <a:latin typeface="Times New Roman" panose="02020603050405020304" pitchFamily="18" charset="0"/>
                <a:ea typeface="나눔스퀘어" panose="020B0600000101010101" pitchFamily="50" charset="-127"/>
                <a:cs typeface="Times New Roman" panose="02020603050405020304" pitchFamily="18" charset="0"/>
              </a:rPr>
              <a:t> </a:t>
            </a:r>
            <a:r>
              <a:rPr lang="en-US" altLang="ko-KR" sz="1200" i="1" dirty="0">
                <a:latin typeface="Times New Roman" panose="02020603050405020304" pitchFamily="18" charset="0"/>
                <a:ea typeface="나눔스퀘어" panose="020B0600000101010101" pitchFamily="50" charset="-127"/>
                <a:cs typeface="Times New Roman" panose="02020603050405020304" pitchFamily="18" charset="0"/>
              </a:rPr>
              <a:t>@ unload</a:t>
            </a:r>
            <a:endParaRPr lang="ko-KR" altLang="en-US" sz="1200" dirty="0"/>
          </a:p>
        </p:txBody>
      </p:sp>
      <p:cxnSp>
        <p:nvCxnSpPr>
          <p:cNvPr id="74" name="연결선: 꺾임 188">
            <a:extLst>
              <a:ext uri="{FF2B5EF4-FFF2-40B4-BE49-F238E27FC236}">
                <a16:creationId xmlns:a16="http://schemas.microsoft.com/office/drawing/2014/main" id="{BAA0E0FA-5941-4F34-B540-205FDED3A8BA}"/>
              </a:ext>
            </a:extLst>
          </p:cNvPr>
          <p:cNvCxnSpPr>
            <a:cxnSpLocks/>
          </p:cNvCxnSpPr>
          <p:nvPr/>
        </p:nvCxnSpPr>
        <p:spPr>
          <a:xfrm flipH="1">
            <a:off x="6364569" y="2651548"/>
            <a:ext cx="21696" cy="443228"/>
          </a:xfrm>
          <a:prstGeom prst="bentConnector3">
            <a:avLst>
              <a:gd name="adj1" fmla="val -1053650"/>
            </a:avLst>
          </a:prstGeom>
          <a:ln w="12700">
            <a:prstDash val="dash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6" name="TextBox 75">
            <a:extLst>
              <a:ext uri="{FF2B5EF4-FFF2-40B4-BE49-F238E27FC236}">
                <a16:creationId xmlns:a16="http://schemas.microsoft.com/office/drawing/2014/main" id="{31F22A39-1F8E-4C4E-AE52-01DD6095C358}"/>
              </a:ext>
            </a:extLst>
          </p:cNvPr>
          <p:cNvSpPr txBox="1"/>
          <p:nvPr/>
        </p:nvSpPr>
        <p:spPr>
          <a:xfrm>
            <a:off x="6567011" y="2707283"/>
            <a:ext cx="1755116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b="1" dirty="0">
                <a:latin typeface="Times New Roman" panose="02020603050405020304" pitchFamily="18" charset="0"/>
                <a:ea typeface="나눔스퀘어" panose="020B0600000101010101" pitchFamily="50" charset="-127"/>
                <a:cs typeface="Times New Roman" panose="02020603050405020304" pitchFamily="18" charset="0"/>
              </a:rPr>
              <a:t>! </a:t>
            </a:r>
            <a:r>
              <a:rPr lang="en-US" altLang="ko-KR" sz="1200" b="1" dirty="0" err="1">
                <a:latin typeface="Times New Roman" panose="02020603050405020304" pitchFamily="18" charset="0"/>
                <a:ea typeface="나눔스퀘어" panose="020B0600000101010101" pitchFamily="50" charset="-127"/>
                <a:cs typeface="Times New Roman" panose="02020603050405020304" pitchFamily="18" charset="0"/>
              </a:rPr>
              <a:t>physical_result_to_tm</a:t>
            </a:r>
            <a:endParaRPr lang="en-US" altLang="ko-KR" sz="1200" b="1" dirty="0">
              <a:latin typeface="Times New Roman" panose="02020603050405020304" pitchFamily="18" charset="0"/>
              <a:ea typeface="나눔스퀘어" panose="020B0600000101010101" pitchFamily="50" charset="-127"/>
              <a:cs typeface="Times New Roman" panose="02020603050405020304" pitchFamily="18" charset="0"/>
            </a:endParaRPr>
          </a:p>
        </p:txBody>
      </p:sp>
      <p:cxnSp>
        <p:nvCxnSpPr>
          <p:cNvPr id="77" name="직선 화살표 연결선 76">
            <a:extLst>
              <a:ext uri="{FF2B5EF4-FFF2-40B4-BE49-F238E27FC236}">
                <a16:creationId xmlns:a16="http://schemas.microsoft.com/office/drawing/2014/main" id="{A1B26659-6336-4CC0-B16B-7F720057BE3F}"/>
              </a:ext>
            </a:extLst>
          </p:cNvPr>
          <p:cNvCxnSpPr>
            <a:cxnSpLocks/>
          </p:cNvCxnSpPr>
          <p:nvPr/>
        </p:nvCxnSpPr>
        <p:spPr>
          <a:xfrm flipV="1">
            <a:off x="10100450" y="3092619"/>
            <a:ext cx="2091550" cy="1"/>
          </a:xfrm>
          <a:prstGeom prst="straightConnector1">
            <a:avLst/>
          </a:prstGeom>
          <a:ln w="28575"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TextBox 80">
            <a:extLst>
              <a:ext uri="{FF2B5EF4-FFF2-40B4-BE49-F238E27FC236}">
                <a16:creationId xmlns:a16="http://schemas.microsoft.com/office/drawing/2014/main" id="{935C6E46-EC2E-410C-B803-63448BE18382}"/>
              </a:ext>
            </a:extLst>
          </p:cNvPr>
          <p:cNvSpPr txBox="1"/>
          <p:nvPr/>
        </p:nvSpPr>
        <p:spPr>
          <a:xfrm>
            <a:off x="10076494" y="2753608"/>
            <a:ext cx="2229544" cy="30777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ko-KR" sz="1400" dirty="0" err="1">
                <a:latin typeface="Times New Roman" panose="02020603050405020304" pitchFamily="18" charset="0"/>
                <a:ea typeface="나눔스퀘어OTF" panose="020B0600000101010101" pitchFamily="34" charset="-127"/>
                <a:cs typeface="Times New Roman" panose="02020603050405020304" pitchFamily="18" charset="0"/>
              </a:rPr>
              <a:t>physical_result_to_tm</a:t>
            </a:r>
            <a:endParaRPr lang="ko-KR" altLang="en-US" sz="1200" dirty="0">
              <a:latin typeface="Times New Roman" panose="02020603050405020304" pitchFamily="18" charset="0"/>
              <a:ea typeface="나눔스퀘어OTF" panose="020B0600000101010101" pitchFamily="34" charset="-127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315128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80114A-92E2-E261-8170-32CEFF7DFF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0935C9D-827B-3F74-92C6-546249BB2A81}"/>
              </a:ext>
            </a:extLst>
          </p:cNvPr>
          <p:cNvSpPr txBox="1"/>
          <p:nvPr/>
        </p:nvSpPr>
        <p:spPr>
          <a:xfrm>
            <a:off x="461961" y="166607"/>
            <a:ext cx="10673295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000" dirty="0">
                <a:solidFill>
                  <a:srgbClr val="1A236F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Atomic Model Diagram </a:t>
            </a:r>
            <a:r>
              <a:rPr lang="en-US" altLang="ko-KR" sz="2000" dirty="0">
                <a:solidFill>
                  <a:srgbClr val="1A236F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-  Manufacturing information manager</a:t>
            </a:r>
          </a:p>
          <a:p>
            <a:endParaRPr lang="en-US" altLang="ko-KR" sz="2000" dirty="0">
              <a:solidFill>
                <a:srgbClr val="1A236F"/>
              </a:solidFill>
              <a:latin typeface="Pretendard SemiBold" panose="02000703000000020004" pitchFamily="2" charset="-127"/>
              <a:ea typeface="Pretendard SemiBold" panose="02000703000000020004" pitchFamily="2" charset="-127"/>
              <a:cs typeface="Pretendard SemiBold" panose="02000703000000020004" pitchFamily="2" charset="-127"/>
            </a:endParaRPr>
          </a:p>
        </p:txBody>
      </p:sp>
      <p:sp>
        <p:nvSpPr>
          <p:cNvPr id="284" name="직사각형 283">
            <a:extLst>
              <a:ext uri="{FF2B5EF4-FFF2-40B4-BE49-F238E27FC236}">
                <a16:creationId xmlns:a16="http://schemas.microsoft.com/office/drawing/2014/main" id="{2CFAF5E5-BA0E-E008-A6FF-424AF70DD3E9}"/>
              </a:ext>
            </a:extLst>
          </p:cNvPr>
          <p:cNvSpPr/>
          <p:nvPr/>
        </p:nvSpPr>
        <p:spPr>
          <a:xfrm>
            <a:off x="2090798" y="923171"/>
            <a:ext cx="8010404" cy="501165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ko-KR" sz="2400" b="1" dirty="0">
                <a:solidFill>
                  <a:schemeClr val="tx1"/>
                </a:solidFill>
                <a:latin typeface="Times New Roman" panose="02020603050405020304" pitchFamily="18" charset="0"/>
                <a:ea typeface="나눔스퀘어OTF" panose="020B0600000101010101" pitchFamily="34" charset="-127"/>
                <a:cs typeface="Times New Roman" panose="02020603050405020304" pitchFamily="18" charset="0"/>
              </a:rPr>
              <a:t>Manufacturing information manager</a:t>
            </a:r>
          </a:p>
        </p:txBody>
      </p:sp>
      <p:grpSp>
        <p:nvGrpSpPr>
          <p:cNvPr id="285" name="그룹 284">
            <a:extLst>
              <a:ext uri="{FF2B5EF4-FFF2-40B4-BE49-F238E27FC236}">
                <a16:creationId xmlns:a16="http://schemas.microsoft.com/office/drawing/2014/main" id="{62C191D3-BF44-7676-0517-B567675F46F9}"/>
              </a:ext>
            </a:extLst>
          </p:cNvPr>
          <p:cNvGrpSpPr/>
          <p:nvPr/>
        </p:nvGrpSpPr>
        <p:grpSpPr>
          <a:xfrm>
            <a:off x="10100449" y="1280754"/>
            <a:ext cx="2091551" cy="307778"/>
            <a:chOff x="10721463" y="1263730"/>
            <a:chExt cx="2091551" cy="307778"/>
          </a:xfrm>
        </p:grpSpPr>
        <p:sp>
          <p:nvSpPr>
            <p:cNvPr id="286" name="TextBox 285">
              <a:extLst>
                <a:ext uri="{FF2B5EF4-FFF2-40B4-BE49-F238E27FC236}">
                  <a16:creationId xmlns:a16="http://schemas.microsoft.com/office/drawing/2014/main" id="{2758243B-8BC8-760C-0EE4-9BD0058A6B74}"/>
                </a:ext>
              </a:extLst>
            </p:cNvPr>
            <p:cNvSpPr txBox="1"/>
            <p:nvPr/>
          </p:nvSpPr>
          <p:spPr>
            <a:xfrm>
              <a:off x="10721463" y="1263730"/>
              <a:ext cx="2091549" cy="307777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r>
                <a:rPr lang="en-US" altLang="ko-KR" sz="1400" dirty="0" err="1">
                  <a:latin typeface="Times New Roman" panose="02020603050405020304" pitchFamily="18" charset="0"/>
                  <a:ea typeface="나눔스퀘어OTF"/>
                  <a:cs typeface="Times New Roman" panose="02020603050405020304" pitchFamily="18" charset="0"/>
                </a:rPr>
                <a:t>m_info_to_MCS</a:t>
              </a:r>
              <a:endParaRPr lang="ko-KR" altLang="ko-KR" sz="3200" dirty="0" err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287" name="직선 화살표 연결선 286">
              <a:extLst>
                <a:ext uri="{FF2B5EF4-FFF2-40B4-BE49-F238E27FC236}">
                  <a16:creationId xmlns:a16="http://schemas.microsoft.com/office/drawing/2014/main" id="{E70162B7-32C9-592A-22FD-BD980B70FFB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721464" y="1571507"/>
              <a:ext cx="2091550" cy="1"/>
            </a:xfrm>
            <a:prstGeom prst="straightConnector1">
              <a:avLst/>
            </a:prstGeom>
            <a:ln w="28575">
              <a:solidFill>
                <a:schemeClr val="tx1"/>
              </a:solidFill>
              <a:prstDash val="soli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25" name="그룹 324">
            <a:extLst>
              <a:ext uri="{FF2B5EF4-FFF2-40B4-BE49-F238E27FC236}">
                <a16:creationId xmlns:a16="http://schemas.microsoft.com/office/drawing/2014/main" id="{B9532A42-24E7-4FA8-0B17-A67C30499339}"/>
              </a:ext>
            </a:extLst>
          </p:cNvPr>
          <p:cNvGrpSpPr/>
          <p:nvPr/>
        </p:nvGrpSpPr>
        <p:grpSpPr>
          <a:xfrm>
            <a:off x="10100449" y="1721818"/>
            <a:ext cx="2091551" cy="307778"/>
            <a:chOff x="10721463" y="1263730"/>
            <a:chExt cx="2091551" cy="307778"/>
          </a:xfrm>
        </p:grpSpPr>
        <p:sp>
          <p:nvSpPr>
            <p:cNvPr id="326" name="TextBox 325">
              <a:extLst>
                <a:ext uri="{FF2B5EF4-FFF2-40B4-BE49-F238E27FC236}">
                  <a16:creationId xmlns:a16="http://schemas.microsoft.com/office/drawing/2014/main" id="{557ABF82-61B2-1F2C-78E1-378D7911AEA8}"/>
                </a:ext>
              </a:extLst>
            </p:cNvPr>
            <p:cNvSpPr txBox="1"/>
            <p:nvPr/>
          </p:nvSpPr>
          <p:spPr>
            <a:xfrm>
              <a:off x="10721463" y="1263730"/>
              <a:ext cx="2091549" cy="292388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r>
                <a:rPr lang="en-US" altLang="ko-KR" sz="1300">
                  <a:latin typeface="Times New Roman" panose="02020603050405020304" pitchFamily="18" charset="0"/>
                  <a:ea typeface="나눔스퀘어OTF"/>
                  <a:cs typeface="Times New Roman" panose="02020603050405020304" pitchFamily="18" charset="0"/>
                </a:rPr>
                <a:t>item_depot_update_to_MCS</a:t>
              </a:r>
              <a:endParaRPr lang="ko-KR" altLang="ko-KR" sz="1300" dirty="0" err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327" name="직선 화살표 연결선 326">
              <a:extLst>
                <a:ext uri="{FF2B5EF4-FFF2-40B4-BE49-F238E27FC236}">
                  <a16:creationId xmlns:a16="http://schemas.microsoft.com/office/drawing/2014/main" id="{780D4846-7CB0-9857-5402-0909C4CEE94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721464" y="1571507"/>
              <a:ext cx="2091550" cy="1"/>
            </a:xfrm>
            <a:prstGeom prst="straightConnector1">
              <a:avLst/>
            </a:prstGeom>
            <a:ln w="28575">
              <a:solidFill>
                <a:schemeClr val="tx1"/>
              </a:solidFill>
              <a:prstDash val="soli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" name="그룹 2">
            <a:extLst>
              <a:ext uri="{FF2B5EF4-FFF2-40B4-BE49-F238E27FC236}">
                <a16:creationId xmlns:a16="http://schemas.microsoft.com/office/drawing/2014/main" id="{4E0BF395-77AF-BCF5-DAA7-61B96D21A81B}"/>
              </a:ext>
            </a:extLst>
          </p:cNvPr>
          <p:cNvGrpSpPr/>
          <p:nvPr/>
        </p:nvGrpSpPr>
        <p:grpSpPr>
          <a:xfrm>
            <a:off x="-4984" y="1280754"/>
            <a:ext cx="2091551" cy="307778"/>
            <a:chOff x="10721463" y="1263730"/>
            <a:chExt cx="2091551" cy="307778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D7CC7527-425B-EE1B-FF00-F2C3EE30B90E}"/>
                </a:ext>
              </a:extLst>
            </p:cNvPr>
            <p:cNvSpPr txBox="1"/>
            <p:nvPr/>
          </p:nvSpPr>
          <p:spPr>
            <a:xfrm>
              <a:off x="10721463" y="1263730"/>
              <a:ext cx="2091549" cy="307777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 algn="r"/>
              <a:r>
                <a:rPr lang="en-US" altLang="ko-KR" sz="1400" dirty="0" err="1">
                  <a:latin typeface="Times New Roman" panose="02020603050405020304" pitchFamily="18" charset="0"/>
                  <a:ea typeface="나눔스퀘어OTF"/>
                  <a:cs typeface="Times New Roman" panose="02020603050405020304" pitchFamily="18" charset="0"/>
                </a:rPr>
                <a:t>m_req_from_mm</a:t>
              </a:r>
              <a:endParaRPr lang="en-US" altLang="ko-KR" sz="1400" dirty="0">
                <a:latin typeface="Times New Roman" panose="02020603050405020304" pitchFamily="18" charset="0"/>
                <a:ea typeface="나눔스퀘어OTF"/>
                <a:cs typeface="Times New Roman" panose="02020603050405020304" pitchFamily="18" charset="0"/>
              </a:endParaRPr>
            </a:p>
          </p:txBody>
        </p:sp>
        <p:cxnSp>
          <p:nvCxnSpPr>
            <p:cNvPr id="5" name="직선 화살표 연결선 4">
              <a:extLst>
                <a:ext uri="{FF2B5EF4-FFF2-40B4-BE49-F238E27FC236}">
                  <a16:creationId xmlns:a16="http://schemas.microsoft.com/office/drawing/2014/main" id="{3D376376-92C1-4608-C27F-08AFE95E540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721464" y="1571507"/>
              <a:ext cx="2091550" cy="1"/>
            </a:xfrm>
            <a:prstGeom prst="straightConnector1">
              <a:avLst/>
            </a:prstGeom>
            <a:ln w="28575">
              <a:solidFill>
                <a:schemeClr val="tx1"/>
              </a:solidFill>
              <a:prstDash val="solid"/>
              <a:headEnd type="non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" name="그룹 5">
            <a:extLst>
              <a:ext uri="{FF2B5EF4-FFF2-40B4-BE49-F238E27FC236}">
                <a16:creationId xmlns:a16="http://schemas.microsoft.com/office/drawing/2014/main" id="{36F51E32-4D2C-E465-380E-007115889763}"/>
              </a:ext>
            </a:extLst>
          </p:cNvPr>
          <p:cNvGrpSpPr/>
          <p:nvPr/>
        </p:nvGrpSpPr>
        <p:grpSpPr>
          <a:xfrm>
            <a:off x="-137046" y="1688819"/>
            <a:ext cx="2354016" cy="340776"/>
            <a:chOff x="10584417" y="1230732"/>
            <a:chExt cx="2354016" cy="340776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84EF30F0-B253-3B8F-1CFA-337B1468C7E3}"/>
                </a:ext>
              </a:extLst>
            </p:cNvPr>
            <p:cNvSpPr txBox="1"/>
            <p:nvPr/>
          </p:nvSpPr>
          <p:spPr>
            <a:xfrm>
              <a:off x="10584417" y="1230732"/>
              <a:ext cx="2354016" cy="307777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 algn="ctr"/>
              <a:r>
                <a:rPr lang="en-US" altLang="ko-KR" sz="1400" dirty="0" err="1">
                  <a:latin typeface="Times New Roman" panose="02020603050405020304" pitchFamily="18" charset="0"/>
                  <a:ea typeface="나눔스퀘어" panose="020B0600000101010101" pitchFamily="50" charset="-127"/>
                  <a:cs typeface="Times New Roman" panose="02020603050405020304" pitchFamily="18" charset="0"/>
                </a:rPr>
                <a:t>cmd_completed_from_mm</a:t>
              </a:r>
              <a:endParaRPr lang="en-US" altLang="ko-KR" sz="1400" dirty="0">
                <a:latin typeface="Times New Roman" panose="02020603050405020304" pitchFamily="18" charset="0"/>
                <a:ea typeface="나눔스퀘어" panose="020B0600000101010101" pitchFamily="50" charset="-127"/>
                <a:cs typeface="Times New Roman" panose="02020603050405020304" pitchFamily="18" charset="0"/>
              </a:endParaRPr>
            </a:p>
          </p:txBody>
        </p:sp>
        <p:cxnSp>
          <p:nvCxnSpPr>
            <p:cNvPr id="8" name="직선 화살표 연결선 7">
              <a:extLst>
                <a:ext uri="{FF2B5EF4-FFF2-40B4-BE49-F238E27FC236}">
                  <a16:creationId xmlns:a16="http://schemas.microsoft.com/office/drawing/2014/main" id="{0A6686E0-B0BA-6840-02E5-F5647D43043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721464" y="1571507"/>
              <a:ext cx="2091550" cy="1"/>
            </a:xfrm>
            <a:prstGeom prst="straightConnector1">
              <a:avLst/>
            </a:prstGeom>
            <a:ln w="28575">
              <a:solidFill>
                <a:schemeClr val="tx1"/>
              </a:solidFill>
              <a:prstDash val="solid"/>
              <a:headEnd type="non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E92619B4-28C7-5D98-F675-3F69C5D917E8}"/>
              </a:ext>
            </a:extLst>
          </p:cNvPr>
          <p:cNvGrpSpPr/>
          <p:nvPr/>
        </p:nvGrpSpPr>
        <p:grpSpPr>
          <a:xfrm>
            <a:off x="5154157" y="1830707"/>
            <a:ext cx="1100442" cy="1207848"/>
            <a:chOff x="5443547" y="2731479"/>
            <a:chExt cx="1100442" cy="1207848"/>
          </a:xfrm>
        </p:grpSpPr>
        <p:grpSp>
          <p:nvGrpSpPr>
            <p:cNvPr id="299" name="그룹 298">
              <a:extLst>
                <a:ext uri="{FF2B5EF4-FFF2-40B4-BE49-F238E27FC236}">
                  <a16:creationId xmlns:a16="http://schemas.microsoft.com/office/drawing/2014/main" id="{8887F1B9-AC19-7761-9EF6-CE81C6D5F464}"/>
                </a:ext>
              </a:extLst>
            </p:cNvPr>
            <p:cNvGrpSpPr/>
            <p:nvPr/>
          </p:nvGrpSpPr>
          <p:grpSpPr>
            <a:xfrm>
              <a:off x="5443547" y="2859327"/>
              <a:ext cx="1100442" cy="1080000"/>
              <a:chOff x="1298804" y="2939799"/>
              <a:chExt cx="1100442" cy="1080000"/>
            </a:xfrm>
          </p:grpSpPr>
          <p:sp>
            <p:nvSpPr>
              <p:cNvPr id="300" name="타원 299">
                <a:extLst>
                  <a:ext uri="{FF2B5EF4-FFF2-40B4-BE49-F238E27FC236}">
                    <a16:creationId xmlns:a16="http://schemas.microsoft.com/office/drawing/2014/main" id="{1CD66D58-DBAC-90D6-F17C-A10010C795A0}"/>
                  </a:ext>
                </a:extLst>
              </p:cNvPr>
              <p:cNvSpPr/>
              <p:nvPr/>
            </p:nvSpPr>
            <p:spPr>
              <a:xfrm>
                <a:off x="1303863" y="2939799"/>
                <a:ext cx="1080000" cy="1080000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600" dirty="0">
                  <a:solidFill>
                    <a:schemeClr val="tx1"/>
                  </a:solidFill>
                  <a:latin typeface="Times New Roman" panose="02020603050405020304" pitchFamily="18" charset="0"/>
                  <a:ea typeface="나눔스퀘어OTF" panose="020B0600000101010101" pitchFamily="34" charset="-127"/>
                  <a:cs typeface="Times New Roman" panose="02020603050405020304" pitchFamily="18" charset="0"/>
                </a:endParaRPr>
              </a:p>
            </p:txBody>
          </p:sp>
          <p:sp>
            <p:nvSpPr>
              <p:cNvPr id="301" name="TextBox 300">
                <a:extLst>
                  <a:ext uri="{FF2B5EF4-FFF2-40B4-BE49-F238E27FC236}">
                    <a16:creationId xmlns:a16="http://schemas.microsoft.com/office/drawing/2014/main" id="{79700C19-5D40-1DD2-660A-FBAA1F7C28A6}"/>
                  </a:ext>
                </a:extLst>
              </p:cNvPr>
              <p:cNvSpPr txBox="1"/>
              <p:nvPr/>
            </p:nvSpPr>
            <p:spPr>
              <a:xfrm>
                <a:off x="1304847" y="3123943"/>
                <a:ext cx="1078030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rtlCol="0" anchor="ctr">
                <a:spAutoFit/>
              </a:bodyPr>
              <a:lstStyle/>
              <a:p>
                <a:pPr algn="ctr"/>
                <a:r>
                  <a:rPr lang="en-US" altLang="ko-KR" sz="1200" dirty="0">
                    <a:latin typeface="Times New Roman" panose="02020603050405020304" pitchFamily="18" charset="0"/>
                    <a:ea typeface="나눔스퀘어OTF" panose="020B0600000101010101" pitchFamily="34" charset="-127"/>
                    <a:cs typeface="Times New Roman" panose="02020603050405020304" pitchFamily="18" charset="0"/>
                  </a:rPr>
                  <a:t>WAIT</a:t>
                </a:r>
              </a:p>
            </p:txBody>
          </p:sp>
          <p:cxnSp>
            <p:nvCxnSpPr>
              <p:cNvPr id="302" name="직선 연결선 301">
                <a:extLst>
                  <a:ext uri="{FF2B5EF4-FFF2-40B4-BE49-F238E27FC236}">
                    <a16:creationId xmlns:a16="http://schemas.microsoft.com/office/drawing/2014/main" id="{0EF3F255-15B1-3A04-875A-12E85F7C0C0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298804" y="3478689"/>
                <a:ext cx="1080000" cy="0"/>
              </a:xfrm>
              <a:prstGeom prst="line">
                <a:avLst/>
              </a:prstGeom>
              <a:solidFill>
                <a:schemeClr val="bg1"/>
              </a:solidFill>
              <a:ln w="38100">
                <a:solidFill>
                  <a:schemeClr val="tx1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03" name="TextBox 302">
                <a:extLst>
                  <a:ext uri="{FF2B5EF4-FFF2-40B4-BE49-F238E27FC236}">
                    <a16:creationId xmlns:a16="http://schemas.microsoft.com/office/drawing/2014/main" id="{60DB3D4B-1F81-FB93-7888-7C18F4A8DBA3}"/>
                  </a:ext>
                </a:extLst>
              </p:cNvPr>
              <p:cNvSpPr txBox="1"/>
              <p:nvPr/>
            </p:nvSpPr>
            <p:spPr>
              <a:xfrm>
                <a:off x="1321818" y="3553722"/>
                <a:ext cx="1077428" cy="276999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square" lIns="91440" tIns="45720" rIns="91440" bIns="45720" rtlCol="0" anchor="ctr">
                <a:spAutoFit/>
              </a:bodyPr>
              <a:lstStyle/>
              <a:p>
                <a:pPr algn="ctr"/>
                <a:r>
                  <a:rPr lang="en-US" altLang="ko-KR" sz="1200" dirty="0">
                    <a:latin typeface="Times New Roman" panose="02020603050405020304" pitchFamily="18" charset="0"/>
                    <a:ea typeface="나눔스퀘어OTF" panose="020B0600000101010101" pitchFamily="34" charset="-127"/>
                    <a:cs typeface="Times New Roman" panose="02020603050405020304" pitchFamily="18" charset="0"/>
                  </a:rPr>
                  <a:t>ta = ∞</a:t>
                </a:r>
              </a:p>
            </p:txBody>
          </p:sp>
        </p:grpSp>
        <p:sp>
          <p:nvSpPr>
            <p:cNvPr id="10" name="AutoShape 4" descr="출력 이미지">
              <a:extLst>
                <a:ext uri="{FF2B5EF4-FFF2-40B4-BE49-F238E27FC236}">
                  <a16:creationId xmlns:a16="http://schemas.microsoft.com/office/drawing/2014/main" id="{DC4D53BE-0323-A3B8-AB42-0EEFBFBE44FA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6096000" y="2731479"/>
              <a:ext cx="304800" cy="3048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</p:grpSp>
      <p:grpSp>
        <p:nvGrpSpPr>
          <p:cNvPr id="31" name="그룹 30">
            <a:extLst>
              <a:ext uri="{FF2B5EF4-FFF2-40B4-BE49-F238E27FC236}">
                <a16:creationId xmlns:a16="http://schemas.microsoft.com/office/drawing/2014/main" id="{90CE7BAD-4F39-481A-2CAE-23DE54B150AA}"/>
              </a:ext>
            </a:extLst>
          </p:cNvPr>
          <p:cNvGrpSpPr/>
          <p:nvPr/>
        </p:nvGrpSpPr>
        <p:grpSpPr>
          <a:xfrm>
            <a:off x="2468234" y="1957723"/>
            <a:ext cx="1080751" cy="1080000"/>
            <a:chOff x="1303863" y="2939799"/>
            <a:chExt cx="1080751" cy="1080000"/>
          </a:xfrm>
        </p:grpSpPr>
        <p:sp>
          <p:nvSpPr>
            <p:cNvPr id="32" name="타원 31">
              <a:extLst>
                <a:ext uri="{FF2B5EF4-FFF2-40B4-BE49-F238E27FC236}">
                  <a16:creationId xmlns:a16="http://schemas.microsoft.com/office/drawing/2014/main" id="{2EBA06B5-9753-CAC6-53B3-9C8FDD4FB6B9}"/>
                </a:ext>
              </a:extLst>
            </p:cNvPr>
            <p:cNvSpPr/>
            <p:nvPr/>
          </p:nvSpPr>
          <p:spPr>
            <a:xfrm>
              <a:off x="1303863" y="2939799"/>
              <a:ext cx="1080000" cy="1080000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 dirty="0">
                <a:solidFill>
                  <a:schemeClr val="tx1"/>
                </a:solidFill>
                <a:latin typeface="Times New Roman" panose="02020603050405020304" pitchFamily="18" charset="0"/>
                <a:ea typeface="나눔스퀘어OTF" panose="020B0600000101010101" pitchFamily="34" charset="-127"/>
                <a:cs typeface="Times New Roman" panose="02020603050405020304" pitchFamily="18" charset="0"/>
              </a:endParaRP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36EC31FA-239E-7050-E563-C4FC88DF206D}"/>
                </a:ext>
              </a:extLst>
            </p:cNvPr>
            <p:cNvSpPr txBox="1"/>
            <p:nvPr/>
          </p:nvSpPr>
          <p:spPr>
            <a:xfrm>
              <a:off x="1304847" y="3123943"/>
              <a:ext cx="1078030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rtlCol="0" anchor="ctr">
              <a:spAutoFit/>
            </a:bodyPr>
            <a:lstStyle/>
            <a:p>
              <a:pPr algn="ctr"/>
              <a:r>
                <a:rPr lang="en-US" altLang="ko-KR" sz="1200" dirty="0">
                  <a:latin typeface="Times New Roman" panose="02020603050405020304" pitchFamily="18" charset="0"/>
                  <a:ea typeface="나눔스퀘어OTF" panose="020B0600000101010101" pitchFamily="34" charset="-127"/>
                  <a:cs typeface="Times New Roman" panose="02020603050405020304" pitchFamily="18" charset="0"/>
                </a:rPr>
                <a:t>INFO</a:t>
              </a:r>
            </a:p>
          </p:txBody>
        </p: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2B7CAB4A-47DD-A6EC-0905-903216378665}"/>
                </a:ext>
              </a:extLst>
            </p:cNvPr>
            <p:cNvCxnSpPr>
              <a:cxnSpLocks/>
              <a:stCxn id="32" idx="2"/>
              <a:endCxn id="32" idx="6"/>
            </p:cNvCxnSpPr>
            <p:nvPr/>
          </p:nvCxnSpPr>
          <p:spPr>
            <a:xfrm>
              <a:off x="1303863" y="3479799"/>
              <a:ext cx="1080000" cy="0"/>
            </a:xfrm>
            <a:prstGeom prst="line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C2F52DC1-0224-60BE-1522-8903025CC584}"/>
                </a:ext>
              </a:extLst>
            </p:cNvPr>
            <p:cNvSpPr txBox="1"/>
            <p:nvPr/>
          </p:nvSpPr>
          <p:spPr>
            <a:xfrm>
              <a:off x="1307186" y="3566728"/>
              <a:ext cx="1077428" cy="276999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ctr">
              <a:spAutoFit/>
            </a:bodyPr>
            <a:lstStyle/>
            <a:p>
              <a:pPr algn="ctr"/>
              <a:r>
                <a:rPr lang="en-US" altLang="ko-KR" sz="1200" dirty="0">
                  <a:latin typeface="Times New Roman" panose="02020603050405020304" pitchFamily="18" charset="0"/>
                  <a:ea typeface="나눔스퀘어OTF" panose="020B0600000101010101" pitchFamily="34" charset="-127"/>
                  <a:cs typeface="Times New Roman" panose="02020603050405020304" pitchFamily="18" charset="0"/>
                </a:rPr>
                <a:t>ta = 0</a:t>
              </a:r>
            </a:p>
          </p:txBody>
        </p:sp>
      </p:grpSp>
      <p:sp>
        <p:nvSpPr>
          <p:cNvPr id="44" name="TextBox 43">
            <a:extLst>
              <a:ext uri="{FF2B5EF4-FFF2-40B4-BE49-F238E27FC236}">
                <a16:creationId xmlns:a16="http://schemas.microsoft.com/office/drawing/2014/main" id="{EA538DE2-0E85-5576-CDE7-81B3D6EFA0BE}"/>
              </a:ext>
            </a:extLst>
          </p:cNvPr>
          <p:cNvSpPr txBox="1"/>
          <p:nvPr/>
        </p:nvSpPr>
        <p:spPr>
          <a:xfrm>
            <a:off x="3273451" y="1472001"/>
            <a:ext cx="2069199" cy="600164"/>
          </a:xfrm>
          <a:prstGeom prst="rect">
            <a:avLst/>
          </a:prstGeom>
          <a:noFill/>
          <a:ln>
            <a:noFill/>
          </a:ln>
        </p:spPr>
        <p:txBody>
          <a:bodyPr wrap="square" rtlCol="0" anchor="b">
            <a:spAutoFit/>
          </a:bodyPr>
          <a:lstStyle/>
          <a:p>
            <a:pPr algn="ctr"/>
            <a:r>
              <a:rPr lang="en-US" altLang="ko-KR" sz="1100" b="1" dirty="0">
                <a:latin typeface="Times New Roman" panose="02020603050405020304" pitchFamily="18" charset="0"/>
                <a:ea typeface="나눔스퀘어OTF" panose="020B0600000101010101" pitchFamily="34" charset="-127"/>
                <a:cs typeface="Times New Roman" panose="02020603050405020304" pitchFamily="18" charset="0"/>
              </a:rPr>
              <a:t>? </a:t>
            </a:r>
            <a:r>
              <a:rPr lang="en-US" altLang="ko-KR" sz="1100" b="1" dirty="0" err="1">
                <a:latin typeface="Times New Roman" panose="02020603050405020304" pitchFamily="18" charset="0"/>
                <a:ea typeface="나눔스퀘어OTF" panose="020B0600000101010101" pitchFamily="34" charset="-127"/>
                <a:cs typeface="Times New Roman" panose="02020603050405020304" pitchFamily="18" charset="0"/>
              </a:rPr>
              <a:t>m_req_from_mm</a:t>
            </a:r>
            <a:br>
              <a:rPr lang="en-US" altLang="ko-KR" sz="1100" b="1" dirty="0">
                <a:latin typeface="Times New Roman" panose="02020603050405020304" pitchFamily="18" charset="0"/>
                <a:ea typeface="나눔스퀘어OTF" panose="020B0600000101010101" pitchFamily="34" charset="-127"/>
                <a:cs typeface="Times New Roman" panose="02020603050405020304" pitchFamily="18" charset="0"/>
              </a:rPr>
            </a:br>
            <a:r>
              <a:rPr lang="en-US" altLang="ko-KR" sz="1100" b="1" dirty="0">
                <a:latin typeface="Times New Roman" panose="02020603050405020304" pitchFamily="18" charset="0"/>
                <a:ea typeface="나눔스퀘어OTF" panose="020B0600000101010101" pitchFamily="34" charset="-127"/>
                <a:cs typeface="Times New Roman" panose="02020603050405020304" pitchFamily="18" charset="0"/>
              </a:rPr>
              <a:t>or</a:t>
            </a:r>
            <a:br>
              <a:rPr lang="en-US" altLang="ko-KR" sz="1100" b="1" dirty="0">
                <a:latin typeface="Times New Roman" panose="02020603050405020304" pitchFamily="18" charset="0"/>
                <a:ea typeface="나눔스퀘어OTF" panose="020B0600000101010101" pitchFamily="34" charset="-127"/>
                <a:cs typeface="Times New Roman" panose="02020603050405020304" pitchFamily="18" charset="0"/>
              </a:rPr>
            </a:br>
            <a:r>
              <a:rPr lang="en-US" altLang="ko-KR" sz="1100" b="1" dirty="0">
                <a:latin typeface="Times New Roman" panose="02020603050405020304" pitchFamily="18" charset="0"/>
                <a:ea typeface="나눔스퀘어OTF" panose="020B0600000101010101" pitchFamily="34" charset="-127"/>
                <a:cs typeface="Times New Roman" panose="02020603050405020304" pitchFamily="18" charset="0"/>
              </a:rPr>
              <a:t>? </a:t>
            </a:r>
            <a:r>
              <a:rPr lang="en-US" altLang="ko-KR" sz="1100" b="1" dirty="0" err="1">
                <a:latin typeface="Times New Roman" panose="02020603050405020304" pitchFamily="18" charset="0"/>
                <a:ea typeface="나눔스퀘어OTF" panose="020B0600000101010101" pitchFamily="34" charset="-127"/>
                <a:cs typeface="Times New Roman" panose="02020603050405020304" pitchFamily="18" charset="0"/>
              </a:rPr>
              <a:t>item_update_from_gen</a:t>
            </a:r>
            <a:endParaRPr lang="en-US" altLang="ko-KR" sz="1100" dirty="0">
              <a:latin typeface="Times New Roman" panose="02020603050405020304" pitchFamily="18" charset="0"/>
              <a:ea typeface="나눔스퀘어OTF" panose="020B0600000101010101" pitchFamily="34" charset="-127"/>
              <a:cs typeface="Times New Roman" panose="02020603050405020304" pitchFamily="18" charset="0"/>
            </a:endParaRPr>
          </a:p>
        </p:txBody>
      </p:sp>
      <p:pic>
        <p:nvPicPr>
          <p:cNvPr id="293" name="그림 292">
            <a:extLst>
              <a:ext uri="{FF2B5EF4-FFF2-40B4-BE49-F238E27FC236}">
                <a16:creationId xmlns:a16="http://schemas.microsoft.com/office/drawing/2014/main" id="{88AF0470-37B1-D83C-10E8-EE24F0EC24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82628" y="6460728"/>
            <a:ext cx="1724010" cy="397272"/>
          </a:xfrm>
          <a:prstGeom prst="rect">
            <a:avLst/>
          </a:prstGeom>
        </p:spPr>
      </p:pic>
      <p:grpSp>
        <p:nvGrpSpPr>
          <p:cNvPr id="16" name="그룹 15">
            <a:extLst>
              <a:ext uri="{FF2B5EF4-FFF2-40B4-BE49-F238E27FC236}">
                <a16:creationId xmlns:a16="http://schemas.microsoft.com/office/drawing/2014/main" id="{3A4A7EB8-AC4E-FD04-DC11-4D458FF5DD1E}"/>
              </a:ext>
            </a:extLst>
          </p:cNvPr>
          <p:cNvGrpSpPr/>
          <p:nvPr/>
        </p:nvGrpSpPr>
        <p:grpSpPr>
          <a:xfrm>
            <a:off x="10100449" y="2159404"/>
            <a:ext cx="2091551" cy="307778"/>
            <a:chOff x="10721463" y="1263730"/>
            <a:chExt cx="2091551" cy="307778"/>
          </a:xfrm>
        </p:grpSpPr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A76354FB-456F-A3A1-6C27-F1DEA3691C66}"/>
                </a:ext>
              </a:extLst>
            </p:cNvPr>
            <p:cNvSpPr txBox="1"/>
            <p:nvPr/>
          </p:nvSpPr>
          <p:spPr>
            <a:xfrm>
              <a:off x="10721463" y="1263730"/>
              <a:ext cx="2091549" cy="307777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r>
                <a:rPr lang="en-US" altLang="ko-KR" sz="1400" dirty="0" err="1">
                  <a:latin typeface="Times New Roman" panose="02020603050405020304" pitchFamily="18" charset="0"/>
                  <a:ea typeface="나눔스퀘어OTF"/>
                  <a:cs typeface="Times New Roman" panose="02020603050405020304" pitchFamily="18" charset="0"/>
                </a:rPr>
                <a:t>work_info_to_analyzer</a:t>
              </a:r>
              <a:endParaRPr lang="ko-KR" altLang="ko-KR" sz="3200" dirty="0" err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18" name="직선 화살표 연결선 17">
              <a:extLst>
                <a:ext uri="{FF2B5EF4-FFF2-40B4-BE49-F238E27FC236}">
                  <a16:creationId xmlns:a16="http://schemas.microsoft.com/office/drawing/2014/main" id="{E087A8FF-AC95-2077-358F-0AA0471CFDC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721464" y="1571507"/>
              <a:ext cx="2091550" cy="1"/>
            </a:xfrm>
            <a:prstGeom prst="straightConnector1">
              <a:avLst/>
            </a:prstGeom>
            <a:ln w="28575">
              <a:solidFill>
                <a:schemeClr val="tx1"/>
              </a:solidFill>
              <a:prstDash val="soli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1" name="TextBox 40">
            <a:extLst>
              <a:ext uri="{FF2B5EF4-FFF2-40B4-BE49-F238E27FC236}">
                <a16:creationId xmlns:a16="http://schemas.microsoft.com/office/drawing/2014/main" id="{490948B7-FC90-4FA7-E4B0-C88598E234E8}"/>
              </a:ext>
            </a:extLst>
          </p:cNvPr>
          <p:cNvSpPr txBox="1"/>
          <p:nvPr/>
        </p:nvSpPr>
        <p:spPr>
          <a:xfrm>
            <a:off x="3273450" y="2879275"/>
            <a:ext cx="2069199" cy="26161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>
            <a:spAutoFit/>
          </a:bodyPr>
          <a:lstStyle/>
          <a:p>
            <a:pPr algn="ctr"/>
            <a:r>
              <a:rPr lang="en-US" altLang="ko-KR" sz="1100" b="1" dirty="0">
                <a:latin typeface="Times New Roman" panose="02020603050405020304" pitchFamily="18" charset="0"/>
                <a:ea typeface="나눔스퀘어OTF" panose="020B0600000101010101" pitchFamily="34" charset="-127"/>
                <a:cs typeface="Times New Roman" panose="02020603050405020304" pitchFamily="18" charset="0"/>
              </a:rPr>
              <a:t>! </a:t>
            </a:r>
            <a:r>
              <a:rPr lang="en-US" altLang="ko-KR" sz="1100" b="1" dirty="0" err="1">
                <a:latin typeface="Times New Roman" panose="02020603050405020304" pitchFamily="18" charset="0"/>
                <a:ea typeface="나눔스퀘어OTF" panose="020B0600000101010101" pitchFamily="34" charset="-127"/>
                <a:cs typeface="Times New Roman" panose="02020603050405020304" pitchFamily="18" charset="0"/>
              </a:rPr>
              <a:t>m_info_to_MCS</a:t>
            </a:r>
            <a:endParaRPr lang="en-US" altLang="ko-KR" sz="1100" dirty="0">
              <a:latin typeface="Times New Roman" panose="02020603050405020304" pitchFamily="18" charset="0"/>
              <a:ea typeface="나눔스퀘어OTF" panose="020B0600000101010101" pitchFamily="34" charset="-127"/>
              <a:cs typeface="Times New Roman" panose="02020603050405020304" pitchFamily="18" charset="0"/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D85B8127-29F0-6601-1DE4-593B34B6994A}"/>
              </a:ext>
            </a:extLst>
          </p:cNvPr>
          <p:cNvSpPr txBox="1"/>
          <p:nvPr/>
        </p:nvSpPr>
        <p:spPr>
          <a:xfrm>
            <a:off x="6117980" y="1808977"/>
            <a:ext cx="2069199" cy="26161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>
            <a:spAutoFit/>
          </a:bodyPr>
          <a:lstStyle/>
          <a:p>
            <a:pPr algn="ctr"/>
            <a:r>
              <a:rPr lang="en-US" altLang="ko-KR" sz="1100" b="1" dirty="0">
                <a:latin typeface="Times New Roman" panose="02020603050405020304" pitchFamily="18" charset="0"/>
                <a:ea typeface="나눔스퀘어OTF" panose="020B0600000101010101" pitchFamily="34" charset="-127"/>
                <a:cs typeface="Times New Roman" panose="02020603050405020304" pitchFamily="18" charset="0"/>
              </a:rPr>
              <a:t>? </a:t>
            </a:r>
            <a:r>
              <a:rPr lang="en-US" altLang="ko-KR" sz="1100" b="1" dirty="0" err="1">
                <a:latin typeface="Times New Roman" panose="02020603050405020304" pitchFamily="18" charset="0"/>
                <a:ea typeface="나눔스퀘어OTF" panose="020B0600000101010101" pitchFamily="34" charset="-127"/>
                <a:cs typeface="Times New Roman" panose="02020603050405020304" pitchFamily="18" charset="0"/>
              </a:rPr>
              <a:t>cmd_completed_from_mm</a:t>
            </a:r>
            <a:endParaRPr lang="en-US" altLang="ko-KR" sz="1100" b="1" dirty="0">
              <a:latin typeface="Times New Roman" panose="02020603050405020304" pitchFamily="18" charset="0"/>
              <a:ea typeface="나눔스퀘어OTF" panose="020B0600000101010101" pitchFamily="34" charset="-127"/>
              <a:cs typeface="Times New Roman" panose="02020603050405020304" pitchFamily="18" charset="0"/>
            </a:endParaRPr>
          </a:p>
        </p:txBody>
      </p:sp>
      <p:grpSp>
        <p:nvGrpSpPr>
          <p:cNvPr id="270" name="그룹 269">
            <a:extLst>
              <a:ext uri="{FF2B5EF4-FFF2-40B4-BE49-F238E27FC236}">
                <a16:creationId xmlns:a16="http://schemas.microsoft.com/office/drawing/2014/main" id="{0EACB2D3-F438-A106-3EF6-C1FB970AF437}"/>
              </a:ext>
            </a:extLst>
          </p:cNvPr>
          <p:cNvGrpSpPr/>
          <p:nvPr/>
        </p:nvGrpSpPr>
        <p:grpSpPr>
          <a:xfrm>
            <a:off x="8086891" y="1958642"/>
            <a:ext cx="1080751" cy="1080000"/>
            <a:chOff x="1303863" y="2939799"/>
            <a:chExt cx="1080751" cy="1080000"/>
          </a:xfrm>
        </p:grpSpPr>
        <p:sp>
          <p:nvSpPr>
            <p:cNvPr id="271" name="타원 270">
              <a:extLst>
                <a:ext uri="{FF2B5EF4-FFF2-40B4-BE49-F238E27FC236}">
                  <a16:creationId xmlns:a16="http://schemas.microsoft.com/office/drawing/2014/main" id="{E2EFE940-B4DA-031E-9920-477C1BC215C6}"/>
                </a:ext>
              </a:extLst>
            </p:cNvPr>
            <p:cNvSpPr/>
            <p:nvPr/>
          </p:nvSpPr>
          <p:spPr>
            <a:xfrm>
              <a:off x="1303863" y="2939799"/>
              <a:ext cx="1080000" cy="1080000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 dirty="0">
                <a:solidFill>
                  <a:schemeClr val="tx1"/>
                </a:solidFill>
                <a:latin typeface="Times New Roman" panose="02020603050405020304" pitchFamily="18" charset="0"/>
                <a:ea typeface="나눔스퀘어OTF" panose="020B0600000101010101" pitchFamily="34" charset="-127"/>
                <a:cs typeface="Times New Roman" panose="02020603050405020304" pitchFamily="18" charset="0"/>
              </a:endParaRPr>
            </a:p>
          </p:txBody>
        </p:sp>
        <p:sp>
          <p:nvSpPr>
            <p:cNvPr id="272" name="TextBox 271">
              <a:extLst>
                <a:ext uri="{FF2B5EF4-FFF2-40B4-BE49-F238E27FC236}">
                  <a16:creationId xmlns:a16="http://schemas.microsoft.com/office/drawing/2014/main" id="{6AE63442-3D16-18C5-604D-F3483C3FA3E1}"/>
                </a:ext>
              </a:extLst>
            </p:cNvPr>
            <p:cNvSpPr txBox="1"/>
            <p:nvPr/>
          </p:nvSpPr>
          <p:spPr>
            <a:xfrm>
              <a:off x="1304847" y="3123943"/>
              <a:ext cx="1078030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rtlCol="0" anchor="ctr">
              <a:spAutoFit/>
            </a:bodyPr>
            <a:lstStyle/>
            <a:p>
              <a:pPr algn="ctr"/>
              <a:r>
                <a:rPr lang="en-US" altLang="ko-KR" sz="1200" dirty="0">
                  <a:latin typeface="Times New Roman" panose="02020603050405020304" pitchFamily="18" charset="0"/>
                  <a:ea typeface="나눔스퀘어OTF" panose="020B0600000101010101" pitchFamily="34" charset="-127"/>
                  <a:cs typeface="Times New Roman" panose="02020603050405020304" pitchFamily="18" charset="0"/>
                </a:rPr>
                <a:t>RESULT</a:t>
              </a:r>
            </a:p>
          </p:txBody>
        </p:sp>
        <p:cxnSp>
          <p:nvCxnSpPr>
            <p:cNvPr id="274" name="직선 연결선 273">
              <a:extLst>
                <a:ext uri="{FF2B5EF4-FFF2-40B4-BE49-F238E27FC236}">
                  <a16:creationId xmlns:a16="http://schemas.microsoft.com/office/drawing/2014/main" id="{8643C28B-A22F-623B-D8D5-85FB934654F8}"/>
                </a:ext>
              </a:extLst>
            </p:cNvPr>
            <p:cNvCxnSpPr>
              <a:cxnSpLocks/>
              <a:stCxn id="271" idx="2"/>
              <a:endCxn id="271" idx="6"/>
            </p:cNvCxnSpPr>
            <p:nvPr/>
          </p:nvCxnSpPr>
          <p:spPr>
            <a:xfrm>
              <a:off x="1303863" y="3479799"/>
              <a:ext cx="1080000" cy="0"/>
            </a:xfrm>
            <a:prstGeom prst="line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5" name="TextBox 274">
              <a:extLst>
                <a:ext uri="{FF2B5EF4-FFF2-40B4-BE49-F238E27FC236}">
                  <a16:creationId xmlns:a16="http://schemas.microsoft.com/office/drawing/2014/main" id="{506BDF0B-8FEF-C077-3103-91F08CC80D2A}"/>
                </a:ext>
              </a:extLst>
            </p:cNvPr>
            <p:cNvSpPr txBox="1"/>
            <p:nvPr/>
          </p:nvSpPr>
          <p:spPr>
            <a:xfrm>
              <a:off x="1307186" y="3566729"/>
              <a:ext cx="1077428" cy="276999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ctr">
              <a:spAutoFit/>
            </a:bodyPr>
            <a:lstStyle/>
            <a:p>
              <a:pPr algn="ctr"/>
              <a:r>
                <a:rPr lang="en-US" altLang="ko-KR" sz="1200" dirty="0">
                  <a:latin typeface="Times New Roman" panose="02020603050405020304" pitchFamily="18" charset="0"/>
                  <a:ea typeface="나눔스퀘어OTF" panose="020B0600000101010101" pitchFamily="34" charset="-127"/>
                  <a:cs typeface="Times New Roman" panose="02020603050405020304" pitchFamily="18" charset="0"/>
                </a:rPr>
                <a:t>ta = 0</a:t>
              </a:r>
            </a:p>
          </p:txBody>
        </p:sp>
      </p:grpSp>
      <p:cxnSp>
        <p:nvCxnSpPr>
          <p:cNvPr id="288" name="직선 화살표 연결선 287">
            <a:extLst>
              <a:ext uri="{FF2B5EF4-FFF2-40B4-BE49-F238E27FC236}">
                <a16:creationId xmlns:a16="http://schemas.microsoft.com/office/drawing/2014/main" id="{4327BD5D-EA2F-E2A0-8D8F-29FB28A8DE55}"/>
              </a:ext>
            </a:extLst>
          </p:cNvPr>
          <p:cNvCxnSpPr>
            <a:cxnSpLocks/>
            <a:stCxn id="271" idx="3"/>
            <a:endCxn id="300" idx="5"/>
          </p:cNvCxnSpPr>
          <p:nvPr/>
        </p:nvCxnSpPr>
        <p:spPr>
          <a:xfrm flipH="1" flipV="1">
            <a:off x="6081054" y="2880393"/>
            <a:ext cx="2163999" cy="87"/>
          </a:xfrm>
          <a:prstGeom prst="straightConnector1">
            <a:avLst/>
          </a:prstGeom>
          <a:ln w="12700">
            <a:solidFill>
              <a:schemeClr val="tx1"/>
            </a:solidFill>
            <a:prstDash val="dash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1" name="그룹 20">
            <a:extLst>
              <a:ext uri="{FF2B5EF4-FFF2-40B4-BE49-F238E27FC236}">
                <a16:creationId xmlns:a16="http://schemas.microsoft.com/office/drawing/2014/main" id="{78C847E1-7293-9A51-B45C-014E9B63C55B}"/>
              </a:ext>
            </a:extLst>
          </p:cNvPr>
          <p:cNvGrpSpPr/>
          <p:nvPr/>
        </p:nvGrpSpPr>
        <p:grpSpPr>
          <a:xfrm>
            <a:off x="-5812" y="2191206"/>
            <a:ext cx="2091551" cy="307778"/>
            <a:chOff x="10721463" y="1263730"/>
            <a:chExt cx="2091551" cy="307778"/>
          </a:xfrm>
        </p:grpSpPr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D8E1F04F-CD70-F89A-E019-0963714337C8}"/>
                </a:ext>
              </a:extLst>
            </p:cNvPr>
            <p:cNvSpPr txBox="1"/>
            <p:nvPr/>
          </p:nvSpPr>
          <p:spPr>
            <a:xfrm>
              <a:off x="10721463" y="1263730"/>
              <a:ext cx="2091549" cy="307777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 algn="r"/>
              <a:r>
                <a:rPr lang="en-US" altLang="ko-KR" sz="1400" dirty="0" err="1">
                  <a:latin typeface="Times New Roman" panose="02020603050405020304" pitchFamily="18" charset="0"/>
                  <a:ea typeface="나눔스퀘어" panose="020B0600000101010101" pitchFamily="50" charset="-127"/>
                  <a:cs typeface="Times New Roman" panose="02020603050405020304" pitchFamily="18" charset="0"/>
                </a:rPr>
                <a:t>item_update_from_gen</a:t>
              </a:r>
              <a:endParaRPr lang="en-US" altLang="ko-KR" sz="1400" dirty="0">
                <a:latin typeface="Times New Roman" panose="02020603050405020304" pitchFamily="18" charset="0"/>
                <a:ea typeface="나눔스퀘어" panose="020B0600000101010101" pitchFamily="50" charset="-127"/>
                <a:cs typeface="Times New Roman" panose="02020603050405020304" pitchFamily="18" charset="0"/>
              </a:endParaRPr>
            </a:p>
          </p:txBody>
        </p:sp>
        <p:cxnSp>
          <p:nvCxnSpPr>
            <p:cNvPr id="23" name="직선 화살표 연결선 22">
              <a:extLst>
                <a:ext uri="{FF2B5EF4-FFF2-40B4-BE49-F238E27FC236}">
                  <a16:creationId xmlns:a16="http://schemas.microsoft.com/office/drawing/2014/main" id="{738D31B0-2444-FFD1-5941-5A064659478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721464" y="1571507"/>
              <a:ext cx="2091550" cy="1"/>
            </a:xfrm>
            <a:prstGeom prst="straightConnector1">
              <a:avLst/>
            </a:prstGeom>
            <a:ln w="28575">
              <a:solidFill>
                <a:schemeClr val="tx1"/>
              </a:solidFill>
              <a:prstDash val="solid"/>
              <a:headEnd type="non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1" name="TextBox 50">
            <a:extLst>
              <a:ext uri="{FF2B5EF4-FFF2-40B4-BE49-F238E27FC236}">
                <a16:creationId xmlns:a16="http://schemas.microsoft.com/office/drawing/2014/main" id="{E657EFED-91D3-F66C-FF05-4B3D947079DA}"/>
              </a:ext>
            </a:extLst>
          </p:cNvPr>
          <p:cNvSpPr txBox="1"/>
          <p:nvPr/>
        </p:nvSpPr>
        <p:spPr>
          <a:xfrm>
            <a:off x="6337471" y="2861599"/>
            <a:ext cx="2091549" cy="2616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ko-KR" sz="1100" b="1" dirty="0">
                <a:latin typeface="Times New Roman" panose="02020603050405020304" pitchFamily="18" charset="0"/>
                <a:ea typeface="나눔스퀘어OTF"/>
                <a:cs typeface="Times New Roman" panose="02020603050405020304" pitchFamily="18" charset="0"/>
              </a:rPr>
              <a:t>! </a:t>
            </a:r>
            <a:r>
              <a:rPr lang="en-US" altLang="ko-KR" sz="1100" b="1" dirty="0" err="1">
                <a:latin typeface="Times New Roman" panose="02020603050405020304" pitchFamily="18" charset="0"/>
                <a:ea typeface="나눔스퀘어OTF"/>
                <a:cs typeface="Times New Roman" panose="02020603050405020304" pitchFamily="18" charset="0"/>
              </a:rPr>
              <a:t>work_info_to_analyzer</a:t>
            </a:r>
            <a:endParaRPr lang="ko-KR" altLang="ko-KR" sz="1100" b="1" dirty="0" err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261" name="그룹 260">
            <a:extLst>
              <a:ext uri="{FF2B5EF4-FFF2-40B4-BE49-F238E27FC236}">
                <a16:creationId xmlns:a16="http://schemas.microsoft.com/office/drawing/2014/main" id="{5B0CE825-6DCF-81C0-85EF-D48C6EBEC241}"/>
              </a:ext>
            </a:extLst>
          </p:cNvPr>
          <p:cNvGrpSpPr/>
          <p:nvPr/>
        </p:nvGrpSpPr>
        <p:grpSpPr>
          <a:xfrm>
            <a:off x="10100449" y="2600470"/>
            <a:ext cx="2091551" cy="307778"/>
            <a:chOff x="10721463" y="1263730"/>
            <a:chExt cx="2091551" cy="307778"/>
          </a:xfrm>
        </p:grpSpPr>
        <p:sp>
          <p:nvSpPr>
            <p:cNvPr id="262" name="TextBox 261">
              <a:extLst>
                <a:ext uri="{FF2B5EF4-FFF2-40B4-BE49-F238E27FC236}">
                  <a16:creationId xmlns:a16="http://schemas.microsoft.com/office/drawing/2014/main" id="{A229F541-C8F4-FC1F-F59E-7B4FB4CA9480}"/>
                </a:ext>
              </a:extLst>
            </p:cNvPr>
            <p:cNvSpPr txBox="1"/>
            <p:nvPr/>
          </p:nvSpPr>
          <p:spPr>
            <a:xfrm>
              <a:off x="10721463" y="1263730"/>
              <a:ext cx="2091549" cy="307777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r>
                <a:rPr lang="en-US" altLang="ko-KR" sz="1400" dirty="0" err="1">
                  <a:latin typeface="Times New Roman" panose="02020603050405020304" pitchFamily="18" charset="0"/>
                  <a:ea typeface="나눔스퀘어OTF"/>
                  <a:cs typeface="Times New Roman" panose="02020603050405020304" pitchFamily="18" charset="0"/>
                </a:rPr>
                <a:t>arrive_to_wk</a:t>
              </a:r>
              <a:endParaRPr lang="ko-KR" altLang="ko-KR" sz="3200" dirty="0" err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263" name="직선 화살표 연결선 262">
              <a:extLst>
                <a:ext uri="{FF2B5EF4-FFF2-40B4-BE49-F238E27FC236}">
                  <a16:creationId xmlns:a16="http://schemas.microsoft.com/office/drawing/2014/main" id="{0388D4E8-31D9-309D-AA52-9AD93671B74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721464" y="1571507"/>
              <a:ext cx="2091550" cy="1"/>
            </a:xfrm>
            <a:prstGeom prst="straightConnector1">
              <a:avLst/>
            </a:prstGeom>
            <a:ln w="28575">
              <a:solidFill>
                <a:schemeClr val="tx1"/>
              </a:solidFill>
              <a:prstDash val="soli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65" name="그룹 264">
            <a:extLst>
              <a:ext uri="{FF2B5EF4-FFF2-40B4-BE49-F238E27FC236}">
                <a16:creationId xmlns:a16="http://schemas.microsoft.com/office/drawing/2014/main" id="{1763FAF4-9387-DDED-F720-270F9017A171}"/>
              </a:ext>
            </a:extLst>
          </p:cNvPr>
          <p:cNvGrpSpPr/>
          <p:nvPr/>
        </p:nvGrpSpPr>
        <p:grpSpPr>
          <a:xfrm>
            <a:off x="6612203" y="4016119"/>
            <a:ext cx="1080751" cy="1080000"/>
            <a:chOff x="1303863" y="2939799"/>
            <a:chExt cx="1080751" cy="1080000"/>
          </a:xfrm>
        </p:grpSpPr>
        <p:sp>
          <p:nvSpPr>
            <p:cNvPr id="266" name="타원 265">
              <a:extLst>
                <a:ext uri="{FF2B5EF4-FFF2-40B4-BE49-F238E27FC236}">
                  <a16:creationId xmlns:a16="http://schemas.microsoft.com/office/drawing/2014/main" id="{AEDF8AA1-E9BB-C57C-F338-9C5184623F7C}"/>
                </a:ext>
              </a:extLst>
            </p:cNvPr>
            <p:cNvSpPr/>
            <p:nvPr/>
          </p:nvSpPr>
          <p:spPr>
            <a:xfrm>
              <a:off x="1303863" y="2939799"/>
              <a:ext cx="1080000" cy="1080000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 dirty="0">
                <a:solidFill>
                  <a:schemeClr val="tx1"/>
                </a:solidFill>
                <a:latin typeface="Times New Roman" panose="02020603050405020304" pitchFamily="18" charset="0"/>
                <a:ea typeface="나눔스퀘어OTF" panose="020B0600000101010101" pitchFamily="34" charset="-127"/>
                <a:cs typeface="Times New Roman" panose="02020603050405020304" pitchFamily="18" charset="0"/>
              </a:endParaRPr>
            </a:p>
          </p:txBody>
        </p:sp>
        <p:sp>
          <p:nvSpPr>
            <p:cNvPr id="268" name="TextBox 267">
              <a:extLst>
                <a:ext uri="{FF2B5EF4-FFF2-40B4-BE49-F238E27FC236}">
                  <a16:creationId xmlns:a16="http://schemas.microsoft.com/office/drawing/2014/main" id="{9D8ACE6A-6BD6-3FA0-3811-B3FF6FFEE5F4}"/>
                </a:ext>
              </a:extLst>
            </p:cNvPr>
            <p:cNvSpPr txBox="1"/>
            <p:nvPr/>
          </p:nvSpPr>
          <p:spPr>
            <a:xfrm>
              <a:off x="1304847" y="3123943"/>
              <a:ext cx="1078030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rtlCol="0" anchor="ctr">
              <a:spAutoFit/>
            </a:bodyPr>
            <a:lstStyle/>
            <a:p>
              <a:pPr algn="ctr"/>
              <a:r>
                <a:rPr lang="en-US" altLang="ko-KR" sz="1200" dirty="0">
                  <a:latin typeface="Times New Roman" panose="02020603050405020304" pitchFamily="18" charset="0"/>
                  <a:ea typeface="나눔스퀘어OTF" panose="020B0600000101010101" pitchFamily="34" charset="-127"/>
                  <a:cs typeface="Times New Roman" panose="02020603050405020304" pitchFamily="18" charset="0"/>
                </a:rPr>
                <a:t>SIGNAL</a:t>
              </a:r>
            </a:p>
          </p:txBody>
        </p:sp>
        <p:cxnSp>
          <p:nvCxnSpPr>
            <p:cNvPr id="269" name="직선 연결선 268">
              <a:extLst>
                <a:ext uri="{FF2B5EF4-FFF2-40B4-BE49-F238E27FC236}">
                  <a16:creationId xmlns:a16="http://schemas.microsoft.com/office/drawing/2014/main" id="{0BA9A040-859D-5D6F-4B85-748CE94A21D2}"/>
                </a:ext>
              </a:extLst>
            </p:cNvPr>
            <p:cNvCxnSpPr>
              <a:cxnSpLocks/>
              <a:stCxn id="266" idx="2"/>
              <a:endCxn id="266" idx="6"/>
            </p:cNvCxnSpPr>
            <p:nvPr/>
          </p:nvCxnSpPr>
          <p:spPr>
            <a:xfrm>
              <a:off x="1303863" y="3479799"/>
              <a:ext cx="1080000" cy="0"/>
            </a:xfrm>
            <a:prstGeom prst="line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3" name="TextBox 272">
              <a:extLst>
                <a:ext uri="{FF2B5EF4-FFF2-40B4-BE49-F238E27FC236}">
                  <a16:creationId xmlns:a16="http://schemas.microsoft.com/office/drawing/2014/main" id="{B2903AA4-9CC6-4DA7-24AA-13A35557063A}"/>
                </a:ext>
              </a:extLst>
            </p:cNvPr>
            <p:cNvSpPr txBox="1"/>
            <p:nvPr/>
          </p:nvSpPr>
          <p:spPr>
            <a:xfrm>
              <a:off x="1307186" y="3566728"/>
              <a:ext cx="1077428" cy="276999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ctr">
              <a:spAutoFit/>
            </a:bodyPr>
            <a:lstStyle/>
            <a:p>
              <a:pPr algn="ctr"/>
              <a:r>
                <a:rPr lang="en-US" altLang="ko-KR" sz="1200" dirty="0">
                  <a:latin typeface="Times New Roman" panose="02020603050405020304" pitchFamily="18" charset="0"/>
                  <a:ea typeface="나눔스퀘어OTF" panose="020B0600000101010101" pitchFamily="34" charset="-127"/>
                  <a:cs typeface="Times New Roman" panose="02020603050405020304" pitchFamily="18" charset="0"/>
                </a:rPr>
                <a:t>ta = 0</a:t>
              </a:r>
              <a:endParaRPr lang="en-US" altLang="ko-KR" sz="1200" baseline="-25000" dirty="0">
                <a:latin typeface="Times New Roman" panose="02020603050405020304" pitchFamily="18" charset="0"/>
                <a:ea typeface="나눔스퀘어OTF" panose="020B0600000101010101" pitchFamily="34" charset="-127"/>
                <a:cs typeface="Times New Roman" panose="02020603050405020304" pitchFamily="18" charset="0"/>
              </a:endParaRPr>
            </a:p>
          </p:txBody>
        </p:sp>
      </p:grpSp>
      <p:cxnSp>
        <p:nvCxnSpPr>
          <p:cNvPr id="276" name="직선 화살표 연결선 269">
            <a:extLst>
              <a:ext uri="{FF2B5EF4-FFF2-40B4-BE49-F238E27FC236}">
                <a16:creationId xmlns:a16="http://schemas.microsoft.com/office/drawing/2014/main" id="{5772CE9B-9B8A-DDFD-ECA0-3C9449883C43}"/>
              </a:ext>
            </a:extLst>
          </p:cNvPr>
          <p:cNvCxnSpPr>
            <a:cxnSpLocks/>
            <a:stCxn id="271" idx="4"/>
            <a:endCxn id="266" idx="6"/>
          </p:cNvCxnSpPr>
          <p:nvPr/>
        </p:nvCxnSpPr>
        <p:spPr>
          <a:xfrm rot="5400000">
            <a:off x="7400809" y="3330036"/>
            <a:ext cx="1517477" cy="934688"/>
          </a:xfrm>
          <a:prstGeom prst="bentConnector2">
            <a:avLst/>
          </a:prstGeom>
          <a:ln w="12700" cap="flat" cmpd="sng" algn="ctr">
            <a:solidFill>
              <a:schemeClr val="dk1"/>
            </a:solidFill>
            <a:prstDash val="dash"/>
            <a:round/>
            <a:headEnd type="none" w="med" len="med"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79" name="TextBox 278">
            <a:extLst>
              <a:ext uri="{FF2B5EF4-FFF2-40B4-BE49-F238E27FC236}">
                <a16:creationId xmlns:a16="http://schemas.microsoft.com/office/drawing/2014/main" id="{99C415CD-D025-7080-AEF3-77DEDFFBECDB}"/>
              </a:ext>
            </a:extLst>
          </p:cNvPr>
          <p:cNvSpPr txBox="1"/>
          <p:nvPr/>
        </p:nvSpPr>
        <p:spPr>
          <a:xfrm>
            <a:off x="7686342" y="4583620"/>
            <a:ext cx="2091549" cy="43088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ko-KR" sz="1100" b="1" dirty="0">
                <a:latin typeface="Times New Roman" panose="02020603050405020304" pitchFamily="18" charset="0"/>
                <a:ea typeface="나눔스퀘어OTF"/>
                <a:cs typeface="Times New Roman" panose="02020603050405020304" pitchFamily="18" charset="0"/>
              </a:rPr>
              <a:t>! </a:t>
            </a:r>
            <a:r>
              <a:rPr lang="en-US" altLang="ko-KR" sz="1100" b="1" dirty="0" err="1">
                <a:latin typeface="Times New Roman" panose="02020603050405020304" pitchFamily="18" charset="0"/>
                <a:ea typeface="나눔스퀘어OTF"/>
                <a:cs typeface="Times New Roman" panose="02020603050405020304" pitchFamily="18" charset="0"/>
              </a:rPr>
              <a:t>work_info_to_analyzer</a:t>
            </a:r>
            <a:endParaRPr lang="en-US" altLang="ko-KR" sz="1100" b="1" dirty="0">
              <a:latin typeface="Times New Roman" panose="02020603050405020304" pitchFamily="18" charset="0"/>
              <a:ea typeface="나눔스퀘어OTF"/>
              <a:cs typeface="Times New Roman" panose="02020603050405020304" pitchFamily="18" charset="0"/>
            </a:endParaRPr>
          </a:p>
          <a:p>
            <a:r>
              <a:rPr lang="en-US" altLang="ko-KR" sz="1100" i="1" dirty="0">
                <a:latin typeface="Times New Roman" panose="02020603050405020304" pitchFamily="18" charset="0"/>
                <a:ea typeface="나눔스퀘어OTF"/>
                <a:cs typeface="Times New Roman" panose="02020603050405020304" pitchFamily="18" charset="0"/>
              </a:rPr>
              <a:t>@ if </a:t>
            </a:r>
            <a:r>
              <a:rPr lang="en-US" altLang="ko-KR" sz="1100" i="1" dirty="0" err="1">
                <a:latin typeface="Times New Roman" panose="02020603050405020304" pitchFamily="18" charset="0"/>
                <a:ea typeface="나눔스퀘어OTF"/>
                <a:cs typeface="Times New Roman" panose="02020603050405020304" pitchFamily="18" charset="0"/>
              </a:rPr>
              <a:t>amr</a:t>
            </a:r>
            <a:r>
              <a:rPr lang="en-US" altLang="ko-KR" sz="1100" i="1" dirty="0">
                <a:latin typeface="Times New Roman" panose="02020603050405020304" pitchFamily="18" charset="0"/>
                <a:ea typeface="나눔스퀘어OTF"/>
                <a:cs typeface="Times New Roman" panose="02020603050405020304" pitchFamily="18" charset="0"/>
              </a:rPr>
              <a:t> arrive at process depot</a:t>
            </a:r>
          </a:p>
        </p:txBody>
      </p:sp>
      <p:cxnSp>
        <p:nvCxnSpPr>
          <p:cNvPr id="281" name="직선 화살표 연결선 269">
            <a:extLst>
              <a:ext uri="{FF2B5EF4-FFF2-40B4-BE49-F238E27FC236}">
                <a16:creationId xmlns:a16="http://schemas.microsoft.com/office/drawing/2014/main" id="{E44B20AD-F117-799C-9DDF-6AA379389980}"/>
              </a:ext>
            </a:extLst>
          </p:cNvPr>
          <p:cNvCxnSpPr>
            <a:cxnSpLocks/>
          </p:cNvCxnSpPr>
          <p:nvPr/>
        </p:nvCxnSpPr>
        <p:spPr>
          <a:xfrm rot="10800000">
            <a:off x="5814419" y="3045068"/>
            <a:ext cx="912987" cy="1517564"/>
          </a:xfrm>
          <a:prstGeom prst="bentConnector2">
            <a:avLst/>
          </a:prstGeom>
          <a:ln w="12700" cap="flat" cmpd="sng" algn="ctr">
            <a:solidFill>
              <a:schemeClr val="dk1"/>
            </a:solidFill>
            <a:prstDash val="dash"/>
            <a:round/>
            <a:headEnd type="none" w="med" len="med"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91" name="TextBox 290">
            <a:extLst>
              <a:ext uri="{FF2B5EF4-FFF2-40B4-BE49-F238E27FC236}">
                <a16:creationId xmlns:a16="http://schemas.microsoft.com/office/drawing/2014/main" id="{58ABCB97-E480-46EA-8F49-76444A53DF16}"/>
              </a:ext>
            </a:extLst>
          </p:cNvPr>
          <p:cNvSpPr txBox="1"/>
          <p:nvPr/>
        </p:nvSpPr>
        <p:spPr>
          <a:xfrm>
            <a:off x="5609837" y="4582753"/>
            <a:ext cx="1077428" cy="2616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en-US" altLang="ko-KR" sz="1100" b="1" dirty="0">
                <a:latin typeface="Times New Roman" panose="02020603050405020304" pitchFamily="18" charset="0"/>
                <a:ea typeface="나눔스퀘어OTF"/>
                <a:cs typeface="Times New Roman" panose="02020603050405020304" pitchFamily="18" charset="0"/>
              </a:rPr>
              <a:t>! </a:t>
            </a:r>
            <a:r>
              <a:rPr lang="en-US" altLang="ko-KR" sz="1100" b="1" dirty="0" err="1">
                <a:latin typeface="Times New Roman" panose="02020603050405020304" pitchFamily="18" charset="0"/>
                <a:ea typeface="나눔스퀘어OTF"/>
                <a:cs typeface="Times New Roman" panose="02020603050405020304" pitchFamily="18" charset="0"/>
              </a:rPr>
              <a:t>arrive_to_wk</a:t>
            </a:r>
            <a:endParaRPr lang="en-US" altLang="ko-KR" sz="1100" b="1" dirty="0">
              <a:latin typeface="Times New Roman" panose="02020603050405020304" pitchFamily="18" charset="0"/>
              <a:ea typeface="나눔스퀘어OTF"/>
              <a:cs typeface="Times New Roman" panose="02020603050405020304" pitchFamily="18" charset="0"/>
            </a:endParaRPr>
          </a:p>
        </p:txBody>
      </p:sp>
      <p:cxnSp>
        <p:nvCxnSpPr>
          <p:cNvPr id="11" name="직선 화살표 연결선 10">
            <a:extLst>
              <a:ext uri="{FF2B5EF4-FFF2-40B4-BE49-F238E27FC236}">
                <a16:creationId xmlns:a16="http://schemas.microsoft.com/office/drawing/2014/main" id="{4F7CB187-BD86-49FB-985A-52D1788DAA7D}"/>
              </a:ext>
            </a:extLst>
          </p:cNvPr>
          <p:cNvCxnSpPr>
            <a:cxnSpLocks/>
            <a:stCxn id="300" idx="1"/>
            <a:endCxn id="32" idx="7"/>
          </p:cNvCxnSpPr>
          <p:nvPr/>
        </p:nvCxnSpPr>
        <p:spPr>
          <a:xfrm flipH="1" flipV="1">
            <a:off x="3390072" y="2115885"/>
            <a:ext cx="1927306" cy="832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직선 화살표 연결선 64">
            <a:extLst>
              <a:ext uri="{FF2B5EF4-FFF2-40B4-BE49-F238E27FC236}">
                <a16:creationId xmlns:a16="http://schemas.microsoft.com/office/drawing/2014/main" id="{3CF384FC-51BE-4F43-B04F-F2A81E87BC7D}"/>
              </a:ext>
            </a:extLst>
          </p:cNvPr>
          <p:cNvCxnSpPr>
            <a:cxnSpLocks/>
            <a:stCxn id="32" idx="5"/>
            <a:endCxn id="300" idx="3"/>
          </p:cNvCxnSpPr>
          <p:nvPr/>
        </p:nvCxnSpPr>
        <p:spPr>
          <a:xfrm>
            <a:off x="3390072" y="2879561"/>
            <a:ext cx="1927306" cy="832"/>
          </a:xfrm>
          <a:prstGeom prst="straightConnector1">
            <a:avLst/>
          </a:prstGeom>
          <a:ln w="12700">
            <a:solidFill>
              <a:schemeClr val="tx1"/>
            </a:solidFill>
            <a:prstDash val="dash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직선 화살표 연결선 67">
            <a:extLst>
              <a:ext uri="{FF2B5EF4-FFF2-40B4-BE49-F238E27FC236}">
                <a16:creationId xmlns:a16="http://schemas.microsoft.com/office/drawing/2014/main" id="{4DA617FE-3AF0-40EB-991E-6B190E932269}"/>
              </a:ext>
            </a:extLst>
          </p:cNvPr>
          <p:cNvCxnSpPr>
            <a:cxnSpLocks/>
            <a:stCxn id="300" idx="7"/>
            <a:endCxn id="271" idx="1"/>
          </p:cNvCxnSpPr>
          <p:nvPr/>
        </p:nvCxnSpPr>
        <p:spPr>
          <a:xfrm>
            <a:off x="6081054" y="2116717"/>
            <a:ext cx="2163999" cy="87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" name="그룹 8">
            <a:extLst>
              <a:ext uri="{FF2B5EF4-FFF2-40B4-BE49-F238E27FC236}">
                <a16:creationId xmlns:a16="http://schemas.microsoft.com/office/drawing/2014/main" id="{5A3A3EC9-3713-23C2-47D5-28325399F146}"/>
              </a:ext>
            </a:extLst>
          </p:cNvPr>
          <p:cNvGrpSpPr/>
          <p:nvPr/>
        </p:nvGrpSpPr>
        <p:grpSpPr>
          <a:xfrm>
            <a:off x="20116" y="2652111"/>
            <a:ext cx="2091551" cy="307778"/>
            <a:chOff x="10721463" y="1263730"/>
            <a:chExt cx="2091551" cy="307778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7C185613-165C-2069-42AF-E004FDF6FAE7}"/>
                </a:ext>
              </a:extLst>
            </p:cNvPr>
            <p:cNvSpPr txBox="1"/>
            <p:nvPr/>
          </p:nvSpPr>
          <p:spPr>
            <a:xfrm>
              <a:off x="10721463" y="1263730"/>
              <a:ext cx="2091549" cy="307777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 algn="r"/>
              <a:r>
                <a:rPr lang="en-US" altLang="ko-KR" sz="1400">
                  <a:latin typeface="Times New Roman" panose="02020603050405020304" pitchFamily="18" charset="0"/>
                  <a:ea typeface="나눔스퀘어" panose="020B0600000101010101" pitchFamily="50" charset="-127"/>
                  <a:cs typeface="Times New Roman" panose="02020603050405020304" pitchFamily="18" charset="0"/>
                </a:rPr>
                <a:t>w_req_from_wk</a:t>
              </a:r>
            </a:p>
          </p:txBody>
        </p:sp>
        <p:cxnSp>
          <p:nvCxnSpPr>
            <p:cNvPr id="13" name="직선 화살표 연결선 12">
              <a:extLst>
                <a:ext uri="{FF2B5EF4-FFF2-40B4-BE49-F238E27FC236}">
                  <a16:creationId xmlns:a16="http://schemas.microsoft.com/office/drawing/2014/main" id="{8FC37F20-DE9B-06D2-3A92-F84EAE4DBC5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721464" y="1571507"/>
              <a:ext cx="2091550" cy="1"/>
            </a:xfrm>
            <a:prstGeom prst="straightConnector1">
              <a:avLst/>
            </a:prstGeom>
            <a:ln w="28575">
              <a:solidFill>
                <a:schemeClr val="tx1"/>
              </a:solidFill>
              <a:prstDash val="solid"/>
              <a:headEnd type="non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337648F2-CFAA-8587-6A88-3DDD7AD8A06C}"/>
              </a:ext>
            </a:extLst>
          </p:cNvPr>
          <p:cNvGrpSpPr/>
          <p:nvPr/>
        </p:nvGrpSpPr>
        <p:grpSpPr>
          <a:xfrm>
            <a:off x="10089480" y="3033213"/>
            <a:ext cx="2091551" cy="307778"/>
            <a:chOff x="10721463" y="1263730"/>
            <a:chExt cx="2091551" cy="307778"/>
          </a:xfrm>
        </p:grpSpPr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75DF20CA-4A2F-2F94-6DE7-38B62F066D8B}"/>
                </a:ext>
              </a:extLst>
            </p:cNvPr>
            <p:cNvSpPr txBox="1"/>
            <p:nvPr/>
          </p:nvSpPr>
          <p:spPr>
            <a:xfrm>
              <a:off x="10721463" y="1263730"/>
              <a:ext cx="2091549" cy="307777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r>
                <a:rPr lang="en-US" altLang="ko-KR" sz="1400">
                  <a:latin typeface="Times New Roman" panose="02020603050405020304" pitchFamily="18" charset="0"/>
                  <a:ea typeface="나눔스퀘어OTF"/>
                  <a:cs typeface="Times New Roman" panose="02020603050405020304" pitchFamily="18" charset="0"/>
                </a:rPr>
                <a:t>m_info_to_wk</a:t>
              </a:r>
              <a:endParaRPr lang="ko-KR" altLang="ko-KR" sz="3200" dirty="0" err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19" name="직선 화살표 연결선 18">
              <a:extLst>
                <a:ext uri="{FF2B5EF4-FFF2-40B4-BE49-F238E27FC236}">
                  <a16:creationId xmlns:a16="http://schemas.microsoft.com/office/drawing/2014/main" id="{6E75280B-E11E-C858-F1D4-CE9D283B85D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721464" y="1571507"/>
              <a:ext cx="2091550" cy="1"/>
            </a:xfrm>
            <a:prstGeom prst="straightConnector1">
              <a:avLst/>
            </a:prstGeom>
            <a:ln w="28575">
              <a:solidFill>
                <a:schemeClr val="tx1"/>
              </a:solidFill>
              <a:prstDash val="soli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" name="그룹 23">
            <a:extLst>
              <a:ext uri="{FF2B5EF4-FFF2-40B4-BE49-F238E27FC236}">
                <a16:creationId xmlns:a16="http://schemas.microsoft.com/office/drawing/2014/main" id="{5AAA6723-3640-9CAF-723D-D2662944EC82}"/>
              </a:ext>
            </a:extLst>
          </p:cNvPr>
          <p:cNvGrpSpPr/>
          <p:nvPr/>
        </p:nvGrpSpPr>
        <p:grpSpPr>
          <a:xfrm>
            <a:off x="3174292" y="3997857"/>
            <a:ext cx="1080751" cy="1080000"/>
            <a:chOff x="1303863" y="2939799"/>
            <a:chExt cx="1080751" cy="1080000"/>
          </a:xfrm>
        </p:grpSpPr>
        <p:sp>
          <p:nvSpPr>
            <p:cNvPr id="25" name="타원 24">
              <a:extLst>
                <a:ext uri="{FF2B5EF4-FFF2-40B4-BE49-F238E27FC236}">
                  <a16:creationId xmlns:a16="http://schemas.microsoft.com/office/drawing/2014/main" id="{56F9AD82-12D4-EAD9-7578-CF13F36FEF20}"/>
                </a:ext>
              </a:extLst>
            </p:cNvPr>
            <p:cNvSpPr/>
            <p:nvPr/>
          </p:nvSpPr>
          <p:spPr>
            <a:xfrm>
              <a:off x="1303863" y="2939799"/>
              <a:ext cx="1080000" cy="1080000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 dirty="0">
                <a:solidFill>
                  <a:schemeClr val="tx1"/>
                </a:solidFill>
                <a:latin typeface="Times New Roman" panose="02020603050405020304" pitchFamily="18" charset="0"/>
                <a:ea typeface="나눔스퀘어OTF" panose="020B0600000101010101" pitchFamily="34" charset="-127"/>
                <a:cs typeface="Times New Roman" panose="02020603050405020304" pitchFamily="18" charset="0"/>
              </a:endParaRP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F9258CAF-F8AE-0EC6-0D63-AA82A3A9F4B1}"/>
                </a:ext>
              </a:extLst>
            </p:cNvPr>
            <p:cNvSpPr txBox="1"/>
            <p:nvPr/>
          </p:nvSpPr>
          <p:spPr>
            <a:xfrm>
              <a:off x="1304847" y="3123943"/>
              <a:ext cx="1078030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rtlCol="0" anchor="ctr">
              <a:spAutoFit/>
            </a:bodyPr>
            <a:lstStyle/>
            <a:p>
              <a:pPr algn="ctr"/>
              <a:r>
                <a:rPr lang="en-US" altLang="ko-KR" sz="1200">
                  <a:latin typeface="Times New Roman" panose="02020603050405020304" pitchFamily="18" charset="0"/>
                  <a:ea typeface="나눔스퀘어OTF" panose="020B0600000101010101" pitchFamily="34" charset="-127"/>
                  <a:cs typeface="Times New Roman" panose="02020603050405020304" pitchFamily="18" charset="0"/>
                </a:rPr>
                <a:t>PARK</a:t>
              </a:r>
              <a:endParaRPr lang="en-US" altLang="ko-KR" sz="1200" dirty="0">
                <a:latin typeface="Times New Roman" panose="02020603050405020304" pitchFamily="18" charset="0"/>
                <a:ea typeface="나눔스퀘어OTF" panose="020B0600000101010101" pitchFamily="34" charset="-127"/>
                <a:cs typeface="Times New Roman" panose="02020603050405020304" pitchFamily="18" charset="0"/>
              </a:endParaRPr>
            </a:p>
          </p:txBody>
        </p: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BF7BDFE1-376A-472A-6A12-B9977DCD88B0}"/>
                </a:ext>
              </a:extLst>
            </p:cNvPr>
            <p:cNvCxnSpPr>
              <a:cxnSpLocks/>
              <a:stCxn id="25" idx="2"/>
              <a:endCxn id="25" idx="6"/>
            </p:cNvCxnSpPr>
            <p:nvPr/>
          </p:nvCxnSpPr>
          <p:spPr>
            <a:xfrm>
              <a:off x="1303863" y="3479799"/>
              <a:ext cx="1080000" cy="0"/>
            </a:xfrm>
            <a:prstGeom prst="line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D62B98DB-880C-4C8C-11A7-286FFB2004FD}"/>
                </a:ext>
              </a:extLst>
            </p:cNvPr>
            <p:cNvSpPr txBox="1"/>
            <p:nvPr/>
          </p:nvSpPr>
          <p:spPr>
            <a:xfrm>
              <a:off x="1307186" y="3566728"/>
              <a:ext cx="1077428" cy="276999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ctr">
              <a:spAutoFit/>
            </a:bodyPr>
            <a:lstStyle/>
            <a:p>
              <a:pPr algn="ctr"/>
              <a:r>
                <a:rPr lang="en-US" altLang="ko-KR" sz="1200" dirty="0">
                  <a:latin typeface="Times New Roman" panose="02020603050405020304" pitchFamily="18" charset="0"/>
                  <a:ea typeface="나눔스퀘어OTF" panose="020B0600000101010101" pitchFamily="34" charset="-127"/>
                  <a:cs typeface="Times New Roman" panose="02020603050405020304" pitchFamily="18" charset="0"/>
                </a:rPr>
                <a:t>ta = 0</a:t>
              </a:r>
              <a:endParaRPr lang="en-US" altLang="ko-KR" sz="1200" baseline="-25000" dirty="0">
                <a:latin typeface="Times New Roman" panose="02020603050405020304" pitchFamily="18" charset="0"/>
                <a:ea typeface="나눔스퀘어OTF" panose="020B0600000101010101" pitchFamily="34" charset="-127"/>
                <a:cs typeface="Times New Roman" panose="02020603050405020304" pitchFamily="18" charset="0"/>
              </a:endParaRPr>
            </a:p>
          </p:txBody>
        </p:sp>
      </p:grpSp>
      <p:cxnSp>
        <p:nvCxnSpPr>
          <p:cNvPr id="38" name="직선 화살표 연결선 269">
            <a:extLst>
              <a:ext uri="{FF2B5EF4-FFF2-40B4-BE49-F238E27FC236}">
                <a16:creationId xmlns:a16="http://schemas.microsoft.com/office/drawing/2014/main" id="{7C6E34C9-24B1-DED9-143E-B0FB0EFEB4EB}"/>
              </a:ext>
            </a:extLst>
          </p:cNvPr>
          <p:cNvCxnSpPr>
            <a:cxnSpLocks/>
          </p:cNvCxnSpPr>
          <p:nvPr/>
        </p:nvCxnSpPr>
        <p:spPr>
          <a:xfrm rot="5400000">
            <a:off x="3993451" y="2625638"/>
            <a:ext cx="1108036" cy="1655637"/>
          </a:xfrm>
          <a:prstGeom prst="bentConnector3">
            <a:avLst>
              <a:gd name="adj1" fmla="val 50000"/>
            </a:avLst>
          </a:prstGeom>
          <a:ln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2" name="직선 화살표 연결선 269">
            <a:extLst>
              <a:ext uri="{FF2B5EF4-FFF2-40B4-BE49-F238E27FC236}">
                <a16:creationId xmlns:a16="http://schemas.microsoft.com/office/drawing/2014/main" id="{2DD7BEB9-C31A-75AB-00BC-F5F5505F4C53}"/>
              </a:ext>
            </a:extLst>
          </p:cNvPr>
          <p:cNvCxnSpPr>
            <a:cxnSpLocks/>
            <a:stCxn id="25" idx="6"/>
          </p:cNvCxnSpPr>
          <p:nvPr/>
        </p:nvCxnSpPr>
        <p:spPr>
          <a:xfrm flipV="1">
            <a:off x="4254292" y="3027925"/>
            <a:ext cx="1287611" cy="1509932"/>
          </a:xfrm>
          <a:prstGeom prst="bentConnector2">
            <a:avLst/>
          </a:prstGeom>
          <a:ln w="12700" cap="flat" cmpd="sng" algn="ctr">
            <a:solidFill>
              <a:schemeClr val="dk1"/>
            </a:solidFill>
            <a:prstDash val="dash"/>
            <a:round/>
            <a:headEnd type="none" w="med" len="med"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47" name="TextBox 46">
            <a:extLst>
              <a:ext uri="{FF2B5EF4-FFF2-40B4-BE49-F238E27FC236}">
                <a16:creationId xmlns:a16="http://schemas.microsoft.com/office/drawing/2014/main" id="{E37C1F1B-045B-0E69-095F-B88C8B6C43F4}"/>
              </a:ext>
            </a:extLst>
          </p:cNvPr>
          <p:cNvSpPr txBox="1"/>
          <p:nvPr/>
        </p:nvSpPr>
        <p:spPr>
          <a:xfrm>
            <a:off x="3390072" y="3446061"/>
            <a:ext cx="2069199" cy="26161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>
            <a:spAutoFit/>
          </a:bodyPr>
          <a:lstStyle/>
          <a:p>
            <a:pPr algn="ctr"/>
            <a:r>
              <a:rPr lang="en-US" altLang="ko-KR" sz="1100" b="1">
                <a:latin typeface="Times New Roman" panose="02020603050405020304" pitchFamily="18" charset="0"/>
                <a:ea typeface="나눔스퀘어OTF" panose="020B0600000101010101" pitchFamily="34" charset="-127"/>
                <a:cs typeface="Times New Roman" panose="02020603050405020304" pitchFamily="18" charset="0"/>
              </a:rPr>
              <a:t>? w_req_from_wk</a:t>
            </a:r>
            <a:endParaRPr lang="en-US" altLang="ko-KR" sz="1100" b="1" dirty="0">
              <a:latin typeface="Times New Roman" panose="02020603050405020304" pitchFamily="18" charset="0"/>
              <a:ea typeface="나눔스퀘어OTF" panose="020B0600000101010101" pitchFamily="34" charset="-127"/>
              <a:cs typeface="Times New Roman" panose="02020603050405020304" pitchFamily="18" charset="0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CDA6A796-4605-94F9-722E-F7EE667991AD}"/>
              </a:ext>
            </a:extLst>
          </p:cNvPr>
          <p:cNvSpPr txBox="1"/>
          <p:nvPr/>
        </p:nvSpPr>
        <p:spPr>
          <a:xfrm>
            <a:off x="4313419" y="4560535"/>
            <a:ext cx="1145372" cy="26161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>
            <a:spAutoFit/>
          </a:bodyPr>
          <a:lstStyle/>
          <a:p>
            <a:pPr algn="ctr"/>
            <a:r>
              <a:rPr lang="en-US" altLang="ko-KR" sz="1100" b="1" dirty="0">
                <a:latin typeface="Times New Roman" panose="02020603050405020304" pitchFamily="18" charset="0"/>
                <a:ea typeface="나눔스퀘어OTF" panose="020B0600000101010101" pitchFamily="34" charset="-127"/>
                <a:cs typeface="Times New Roman" panose="02020603050405020304" pitchFamily="18" charset="0"/>
              </a:rPr>
              <a:t>! </a:t>
            </a:r>
            <a:r>
              <a:rPr lang="en-US" altLang="ko-KR" sz="1100" b="1" dirty="0" err="1">
                <a:latin typeface="Times New Roman" panose="02020603050405020304" pitchFamily="18" charset="0"/>
                <a:ea typeface="나눔스퀘어OTF" panose="020B0600000101010101" pitchFamily="34" charset="-127"/>
                <a:cs typeface="Times New Roman" panose="02020603050405020304" pitchFamily="18" charset="0"/>
              </a:rPr>
              <a:t>m_info_to_wk</a:t>
            </a:r>
            <a:endParaRPr lang="en-US" altLang="ko-KR" sz="1100" b="1" dirty="0">
              <a:latin typeface="Times New Roman" panose="02020603050405020304" pitchFamily="18" charset="0"/>
              <a:ea typeface="나눔스퀘어OTF" panose="020B0600000101010101" pitchFamily="34" charset="-127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997200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5FDEC52-256B-4E2A-A3AB-84B8DEA43CF0}"/>
              </a:ext>
            </a:extLst>
          </p:cNvPr>
          <p:cNvSpPr txBox="1"/>
          <p:nvPr/>
        </p:nvSpPr>
        <p:spPr>
          <a:xfrm>
            <a:off x="461961" y="166607"/>
            <a:ext cx="10673295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000" dirty="0">
                <a:solidFill>
                  <a:srgbClr val="1A236F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Atomic Model Diagram </a:t>
            </a:r>
            <a:r>
              <a:rPr lang="en-US" altLang="ko-KR" sz="2000" dirty="0">
                <a:solidFill>
                  <a:srgbClr val="1A236F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-  Worker</a:t>
            </a:r>
          </a:p>
          <a:p>
            <a:endParaRPr lang="en-US" altLang="ko-KR" sz="2000" dirty="0">
              <a:solidFill>
                <a:srgbClr val="1A236F"/>
              </a:solidFill>
              <a:latin typeface="Pretendard SemiBold" panose="02000703000000020004" pitchFamily="2" charset="-127"/>
              <a:ea typeface="Pretendard SemiBold" panose="02000703000000020004" pitchFamily="2" charset="-127"/>
              <a:cs typeface="Pretendard SemiBold" panose="02000703000000020004" pitchFamily="2" charset="-127"/>
            </a:endParaRPr>
          </a:p>
        </p:txBody>
      </p:sp>
      <p:sp>
        <p:nvSpPr>
          <p:cNvPr id="284" name="직사각형 283">
            <a:extLst>
              <a:ext uri="{FF2B5EF4-FFF2-40B4-BE49-F238E27FC236}">
                <a16:creationId xmlns:a16="http://schemas.microsoft.com/office/drawing/2014/main" id="{A20419FE-0A0F-EAAA-AC25-B331FBD2B4F7}"/>
              </a:ext>
            </a:extLst>
          </p:cNvPr>
          <p:cNvSpPr/>
          <p:nvPr/>
        </p:nvSpPr>
        <p:spPr>
          <a:xfrm>
            <a:off x="2090798" y="923171"/>
            <a:ext cx="8010404" cy="501165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ko-KR" sz="2400" b="1" dirty="0">
                <a:solidFill>
                  <a:schemeClr val="tx1"/>
                </a:solidFill>
                <a:latin typeface="Times New Roman" panose="02020603050405020304" pitchFamily="18" charset="0"/>
                <a:ea typeface="나눔스퀘어OTF" panose="020B0600000101010101" pitchFamily="34" charset="-127"/>
                <a:cs typeface="Times New Roman" panose="02020603050405020304" pitchFamily="18" charset="0"/>
              </a:rPr>
              <a:t>Worker</a:t>
            </a:r>
          </a:p>
          <a:p>
            <a:endParaRPr lang="ko-KR" altLang="en-US" sz="2800" b="1" dirty="0">
              <a:solidFill>
                <a:schemeClr val="tx1"/>
              </a:solidFill>
              <a:latin typeface="Times New Roman" panose="02020603050405020304" pitchFamily="18" charset="0"/>
              <a:ea typeface="나눔스퀘어OTF" panose="020B0600000101010101" pitchFamily="34" charset="-127"/>
              <a:cs typeface="Times New Roman" panose="02020603050405020304" pitchFamily="18" charset="0"/>
            </a:endParaRPr>
          </a:p>
        </p:txBody>
      </p:sp>
      <p:grpSp>
        <p:nvGrpSpPr>
          <p:cNvPr id="325" name="그룹 324">
            <a:extLst>
              <a:ext uri="{FF2B5EF4-FFF2-40B4-BE49-F238E27FC236}">
                <a16:creationId xmlns:a16="http://schemas.microsoft.com/office/drawing/2014/main" id="{BDC8B38C-9ACA-5B76-4C08-E3E8D9D65438}"/>
              </a:ext>
            </a:extLst>
          </p:cNvPr>
          <p:cNvGrpSpPr/>
          <p:nvPr/>
        </p:nvGrpSpPr>
        <p:grpSpPr>
          <a:xfrm>
            <a:off x="10100449" y="1276345"/>
            <a:ext cx="2091551" cy="307778"/>
            <a:chOff x="10721463" y="1263730"/>
            <a:chExt cx="2091551" cy="307778"/>
          </a:xfrm>
        </p:grpSpPr>
        <p:sp>
          <p:nvSpPr>
            <p:cNvPr id="326" name="TextBox 325">
              <a:extLst>
                <a:ext uri="{FF2B5EF4-FFF2-40B4-BE49-F238E27FC236}">
                  <a16:creationId xmlns:a16="http://schemas.microsoft.com/office/drawing/2014/main" id="{C75A625D-4843-6810-0F59-983A1060ABB3}"/>
                </a:ext>
              </a:extLst>
            </p:cNvPr>
            <p:cNvSpPr txBox="1"/>
            <p:nvPr/>
          </p:nvSpPr>
          <p:spPr>
            <a:xfrm>
              <a:off x="10721463" y="1263730"/>
              <a:ext cx="2091549" cy="292388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r>
                <a:rPr lang="en-US" altLang="ko-KR" sz="1300">
                  <a:latin typeface="Times New Roman" panose="02020603050405020304" pitchFamily="18" charset="0"/>
                  <a:ea typeface="나눔스퀘어OTF"/>
                  <a:cs typeface="Times New Roman" panose="02020603050405020304" pitchFamily="18" charset="0"/>
                </a:rPr>
                <a:t>item_depot_update_to_MCS</a:t>
              </a:r>
              <a:endParaRPr lang="ko-KR" altLang="ko-KR" sz="1300" dirty="0" err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327" name="직선 화살표 연결선 326">
              <a:extLst>
                <a:ext uri="{FF2B5EF4-FFF2-40B4-BE49-F238E27FC236}">
                  <a16:creationId xmlns:a16="http://schemas.microsoft.com/office/drawing/2014/main" id="{1033C4A7-23F3-C9F8-F653-D2F3DB71D96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721464" y="1571507"/>
              <a:ext cx="2091550" cy="1"/>
            </a:xfrm>
            <a:prstGeom prst="straightConnector1">
              <a:avLst/>
            </a:prstGeom>
            <a:ln w="28575">
              <a:solidFill>
                <a:schemeClr val="tx1"/>
              </a:solidFill>
              <a:prstDash val="soli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" name="그룹 2">
            <a:extLst>
              <a:ext uri="{FF2B5EF4-FFF2-40B4-BE49-F238E27FC236}">
                <a16:creationId xmlns:a16="http://schemas.microsoft.com/office/drawing/2014/main" id="{D95D39A1-0D35-A6BF-DAA0-AAC1B4511AAA}"/>
              </a:ext>
            </a:extLst>
          </p:cNvPr>
          <p:cNvGrpSpPr/>
          <p:nvPr/>
        </p:nvGrpSpPr>
        <p:grpSpPr>
          <a:xfrm>
            <a:off x="-5812" y="1280754"/>
            <a:ext cx="2092379" cy="307778"/>
            <a:chOff x="10720635" y="1263730"/>
            <a:chExt cx="2092379" cy="307778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4544D010-089A-EBCE-8231-6F76798BC7FD}"/>
                </a:ext>
              </a:extLst>
            </p:cNvPr>
            <p:cNvSpPr txBox="1"/>
            <p:nvPr/>
          </p:nvSpPr>
          <p:spPr>
            <a:xfrm>
              <a:off x="10720635" y="1263730"/>
              <a:ext cx="2092377" cy="276999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 algn="r"/>
              <a:r>
                <a:rPr lang="en-US" altLang="ko-KR" sz="1200" dirty="0" err="1">
                  <a:latin typeface="Times New Roman" panose="02020603050405020304" pitchFamily="18" charset="0"/>
                  <a:ea typeface="나눔스퀘어OTF"/>
                  <a:cs typeface="Times New Roman" panose="02020603050405020304" pitchFamily="18" charset="0"/>
                </a:rPr>
                <a:t>arrive_from_mm</a:t>
              </a:r>
              <a:endParaRPr lang="en-US" altLang="ko-KR" sz="1200" dirty="0">
                <a:latin typeface="Times New Roman" panose="02020603050405020304" pitchFamily="18" charset="0"/>
                <a:ea typeface="나눔스퀘어OTF"/>
                <a:cs typeface="Times New Roman" panose="02020603050405020304" pitchFamily="18" charset="0"/>
              </a:endParaRPr>
            </a:p>
          </p:txBody>
        </p:sp>
        <p:cxnSp>
          <p:nvCxnSpPr>
            <p:cNvPr id="5" name="직선 화살표 연결선 4">
              <a:extLst>
                <a:ext uri="{FF2B5EF4-FFF2-40B4-BE49-F238E27FC236}">
                  <a16:creationId xmlns:a16="http://schemas.microsoft.com/office/drawing/2014/main" id="{0983B7C3-40A0-8C47-4F98-2C78D13E263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721464" y="1571507"/>
              <a:ext cx="2091550" cy="1"/>
            </a:xfrm>
            <a:prstGeom prst="straightConnector1">
              <a:avLst/>
            </a:prstGeom>
            <a:ln w="28575">
              <a:solidFill>
                <a:schemeClr val="tx1"/>
              </a:solidFill>
              <a:prstDash val="solid"/>
              <a:headEnd type="non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293" name="그림 292">
            <a:extLst>
              <a:ext uri="{FF2B5EF4-FFF2-40B4-BE49-F238E27FC236}">
                <a16:creationId xmlns:a16="http://schemas.microsoft.com/office/drawing/2014/main" id="{CADC4327-7CA1-78E5-250B-013A1CC48E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82628" y="6460728"/>
            <a:ext cx="1724010" cy="397272"/>
          </a:xfrm>
          <a:prstGeom prst="rect">
            <a:avLst/>
          </a:prstGeom>
        </p:spPr>
      </p:pic>
      <p:grpSp>
        <p:nvGrpSpPr>
          <p:cNvPr id="37" name="그룹 36">
            <a:extLst>
              <a:ext uri="{FF2B5EF4-FFF2-40B4-BE49-F238E27FC236}">
                <a16:creationId xmlns:a16="http://schemas.microsoft.com/office/drawing/2014/main" id="{742E966B-788D-93C9-8993-68E0FC7D2F67}"/>
              </a:ext>
            </a:extLst>
          </p:cNvPr>
          <p:cNvGrpSpPr/>
          <p:nvPr/>
        </p:nvGrpSpPr>
        <p:grpSpPr>
          <a:xfrm>
            <a:off x="7449613" y="1830263"/>
            <a:ext cx="1080751" cy="1080000"/>
            <a:chOff x="1303863" y="2939799"/>
            <a:chExt cx="1080751" cy="1080000"/>
          </a:xfrm>
        </p:grpSpPr>
        <p:sp>
          <p:nvSpPr>
            <p:cNvPr id="38" name="타원 37">
              <a:extLst>
                <a:ext uri="{FF2B5EF4-FFF2-40B4-BE49-F238E27FC236}">
                  <a16:creationId xmlns:a16="http://schemas.microsoft.com/office/drawing/2014/main" id="{5A41F236-E035-88E1-AD98-6A542696483D}"/>
                </a:ext>
              </a:extLst>
            </p:cNvPr>
            <p:cNvSpPr/>
            <p:nvPr/>
          </p:nvSpPr>
          <p:spPr>
            <a:xfrm>
              <a:off x="1303863" y="2939799"/>
              <a:ext cx="1080000" cy="1080000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 dirty="0">
                <a:solidFill>
                  <a:schemeClr val="tx1"/>
                </a:solidFill>
                <a:latin typeface="Times New Roman" panose="02020603050405020304" pitchFamily="18" charset="0"/>
                <a:ea typeface="나눔스퀘어OTF" panose="020B0600000101010101" pitchFamily="34" charset="-127"/>
                <a:cs typeface="Times New Roman" panose="02020603050405020304" pitchFamily="18" charset="0"/>
              </a:endParaRP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95BAD01B-0142-F030-BE2F-EF169B273C6E}"/>
                </a:ext>
              </a:extLst>
            </p:cNvPr>
            <p:cNvSpPr txBox="1"/>
            <p:nvPr/>
          </p:nvSpPr>
          <p:spPr>
            <a:xfrm>
              <a:off x="1304847" y="3123943"/>
              <a:ext cx="1078030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rtlCol="0" anchor="ctr">
              <a:spAutoFit/>
            </a:bodyPr>
            <a:lstStyle/>
            <a:p>
              <a:pPr algn="ctr"/>
              <a:r>
                <a:rPr lang="en-US" altLang="ko-KR" sz="1200" dirty="0">
                  <a:latin typeface="Times New Roman" panose="02020603050405020304" pitchFamily="18" charset="0"/>
                  <a:ea typeface="나눔스퀘어OTF" panose="020B0600000101010101" pitchFamily="34" charset="-127"/>
                  <a:cs typeface="Times New Roman" panose="02020603050405020304" pitchFamily="18" charset="0"/>
                </a:rPr>
                <a:t>WORK</a:t>
              </a:r>
            </a:p>
          </p:txBody>
        </p:sp>
        <p:cxnSp>
          <p:nvCxnSpPr>
            <p:cNvPr id="40" name="직선 연결선 39">
              <a:extLst>
                <a:ext uri="{FF2B5EF4-FFF2-40B4-BE49-F238E27FC236}">
                  <a16:creationId xmlns:a16="http://schemas.microsoft.com/office/drawing/2014/main" id="{C623A3AF-0FD4-C378-9CB6-742685A98111}"/>
                </a:ext>
              </a:extLst>
            </p:cNvPr>
            <p:cNvCxnSpPr>
              <a:cxnSpLocks/>
              <a:stCxn id="38" idx="2"/>
              <a:endCxn id="38" idx="6"/>
            </p:cNvCxnSpPr>
            <p:nvPr/>
          </p:nvCxnSpPr>
          <p:spPr>
            <a:xfrm>
              <a:off x="1303863" y="3479799"/>
              <a:ext cx="1080000" cy="0"/>
            </a:xfrm>
            <a:prstGeom prst="line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2" name="TextBox 41">
                  <a:extLst>
                    <a:ext uri="{FF2B5EF4-FFF2-40B4-BE49-F238E27FC236}">
                      <a16:creationId xmlns:a16="http://schemas.microsoft.com/office/drawing/2014/main" id="{3CF48FE7-EA51-7191-3954-329667DA72CB}"/>
                    </a:ext>
                  </a:extLst>
                </p:cNvPr>
                <p:cNvSpPr txBox="1"/>
                <p:nvPr/>
              </p:nvSpPr>
              <p:spPr>
                <a:xfrm>
                  <a:off x="1307186" y="3566728"/>
                  <a:ext cx="1077428" cy="276999"/>
                </a:xfrm>
                <a:prstGeom prst="rect">
                  <a:avLst/>
                </a:prstGeom>
                <a:noFill/>
              </p:spPr>
              <p:txBody>
                <a:bodyPr wrap="square" lIns="91440" tIns="45720" rIns="91440" bIns="45720" rtlCol="0" anchor="ctr">
                  <a:spAutoFit/>
                </a:bodyPr>
                <a:lstStyle/>
                <a:p>
                  <a:pPr algn="ctr"/>
                  <a:r>
                    <a:rPr lang="en-US" altLang="ko-KR" sz="1200" dirty="0">
                      <a:latin typeface="Times New Roman" panose="02020603050405020304" pitchFamily="18" charset="0"/>
                      <a:ea typeface="나눔스퀘어OTF" panose="020B0600000101010101" pitchFamily="34" charset="-127"/>
                      <a:cs typeface="Times New Roman" panose="02020603050405020304" pitchFamily="18" charset="0"/>
                    </a:rPr>
                    <a:t>ta = </a:t>
                  </a:r>
                  <a14:m>
                    <m:oMath xmlns:m="http://schemas.openxmlformats.org/officeDocument/2006/math">
                      <m:r>
                        <a:rPr lang="ko-KR" altLang="en-US" sz="1200">
                          <a:latin typeface="Cambria Math" panose="02040503050406030204" pitchFamily="18" charset="0"/>
                          <a:ea typeface="나눔스퀘어OTF" panose="020B0600000101010101" pitchFamily="34" charset="-127"/>
                          <a:cs typeface="Times New Roman" panose="02020603050405020304" pitchFamily="18" charset="0"/>
                        </a:rPr>
                        <m:t>𝛼</m:t>
                      </m:r>
                    </m:oMath>
                  </a14:m>
                  <a:endParaRPr lang="en-US" altLang="ko-KR" sz="1200" dirty="0">
                    <a:latin typeface="Times New Roman" panose="02020603050405020304" pitchFamily="18" charset="0"/>
                    <a:ea typeface="나눔스퀘어OTF" panose="020B0600000101010101" pitchFamily="34" charset="-127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42" name="TextBox 41">
                  <a:extLst>
                    <a:ext uri="{FF2B5EF4-FFF2-40B4-BE49-F238E27FC236}">
                      <a16:creationId xmlns:a16="http://schemas.microsoft.com/office/drawing/2014/main" id="{3CF48FE7-EA51-7191-3954-329667DA72C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07186" y="3566728"/>
                  <a:ext cx="1077428" cy="276999"/>
                </a:xfrm>
                <a:prstGeom prst="rect">
                  <a:avLst/>
                </a:prstGeom>
                <a:blipFill>
                  <a:blip r:embed="rId4"/>
                  <a:stretch>
                    <a:fillRect b="-17778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62" name="직선 화살표 연결선 269">
            <a:extLst>
              <a:ext uri="{FF2B5EF4-FFF2-40B4-BE49-F238E27FC236}">
                <a16:creationId xmlns:a16="http://schemas.microsoft.com/office/drawing/2014/main" id="{7FA68EFA-B002-E116-47D6-0273552BDABD}"/>
              </a:ext>
            </a:extLst>
          </p:cNvPr>
          <p:cNvCxnSpPr>
            <a:cxnSpLocks/>
            <a:stCxn id="58" idx="6"/>
            <a:endCxn id="38" idx="2"/>
          </p:cNvCxnSpPr>
          <p:nvPr/>
        </p:nvCxnSpPr>
        <p:spPr>
          <a:xfrm>
            <a:off x="4556635" y="2370263"/>
            <a:ext cx="2892978" cy="0"/>
          </a:xfrm>
          <a:prstGeom prst="straightConnector1">
            <a:avLst/>
          </a:prstGeom>
          <a:ln w="12700" cap="flat" cmpd="sng" algn="ctr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20" name="TextBox 319">
            <a:extLst>
              <a:ext uri="{FF2B5EF4-FFF2-40B4-BE49-F238E27FC236}">
                <a16:creationId xmlns:a16="http://schemas.microsoft.com/office/drawing/2014/main" id="{0E8CBE93-FFC7-E51D-7522-F7E0D9FBF456}"/>
              </a:ext>
            </a:extLst>
          </p:cNvPr>
          <p:cNvSpPr txBox="1"/>
          <p:nvPr/>
        </p:nvSpPr>
        <p:spPr>
          <a:xfrm>
            <a:off x="2086565" y="5308128"/>
            <a:ext cx="3244560" cy="626701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3" name="TextBox 322">
                <a:extLst>
                  <a:ext uri="{FF2B5EF4-FFF2-40B4-BE49-F238E27FC236}">
                    <a16:creationId xmlns:a16="http://schemas.microsoft.com/office/drawing/2014/main" id="{A10B8F71-CC65-4E09-D285-CCEC146D44EC}"/>
                  </a:ext>
                </a:extLst>
              </p:cNvPr>
              <p:cNvSpPr txBox="1"/>
              <p:nvPr/>
            </p:nvSpPr>
            <p:spPr>
              <a:xfrm>
                <a:off x="2332320" y="5457768"/>
                <a:ext cx="3096063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ko-KR" altLang="en-US" sz="1200" i="1" smtClean="0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ko-KR" altLang="en-US" sz="1200"/>
                  <a:t> </a:t>
                </a:r>
                <a:r>
                  <a:rPr lang="en-US" altLang="ko-KR" sz="1200"/>
                  <a:t>: </a:t>
                </a:r>
                <a:r>
                  <a:rPr lang="ko-KR" altLang="en-US" sz="1200"/>
                  <a:t>공정 </a:t>
                </a:r>
                <a:r>
                  <a:rPr lang="en-US" altLang="ko-KR" sz="1200"/>
                  <a:t>Depot </a:t>
                </a:r>
                <a:r>
                  <a:rPr lang="en-US" altLang="ko-KR" sz="1200">
                    <a:sym typeface="Wingdings" panose="05000000000000000000" pitchFamily="2" charset="2"/>
                  </a:rPr>
                  <a:t> </a:t>
                </a:r>
                <a:r>
                  <a:rPr lang="ko-KR" altLang="en-US" sz="1200">
                    <a:sym typeface="Wingdings" panose="05000000000000000000" pitchFamily="2" charset="2"/>
                  </a:rPr>
                  <a:t>회수 </a:t>
                </a:r>
                <a:r>
                  <a:rPr lang="en-US" altLang="ko-KR" sz="1200">
                    <a:sym typeface="Wingdings" panose="05000000000000000000" pitchFamily="2" charset="2"/>
                  </a:rPr>
                  <a:t>Depot </a:t>
                </a:r>
                <a:r>
                  <a:rPr lang="ko-KR" altLang="en-US" sz="1200">
                    <a:sym typeface="Wingdings" panose="05000000000000000000" pitchFamily="2" charset="2"/>
                  </a:rPr>
                  <a:t>걸린 시간</a:t>
                </a:r>
                <a:endParaRPr lang="en-US" altLang="ko-KR" sz="1200">
                  <a:sym typeface="Wingdings" panose="05000000000000000000" pitchFamily="2" charset="2"/>
                </a:endParaRPr>
              </a:p>
            </p:txBody>
          </p:sp>
        </mc:Choice>
        <mc:Fallback xmlns="">
          <p:sp>
            <p:nvSpPr>
              <p:cNvPr id="323" name="TextBox 322">
                <a:extLst>
                  <a:ext uri="{FF2B5EF4-FFF2-40B4-BE49-F238E27FC236}">
                    <a16:creationId xmlns:a16="http://schemas.microsoft.com/office/drawing/2014/main" id="{A10B8F71-CC65-4E09-D285-CCEC146D44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32320" y="5457768"/>
                <a:ext cx="3096063" cy="276999"/>
              </a:xfrm>
              <a:prstGeom prst="rect">
                <a:avLst/>
              </a:prstGeom>
              <a:blipFill>
                <a:blip r:embed="rId5"/>
                <a:stretch>
                  <a:fillRect t="-2174" b="-1521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4" name="그룹 53">
            <a:extLst>
              <a:ext uri="{FF2B5EF4-FFF2-40B4-BE49-F238E27FC236}">
                <a16:creationId xmlns:a16="http://schemas.microsoft.com/office/drawing/2014/main" id="{59505A46-1338-056C-38B3-C966AE1B2B0B}"/>
              </a:ext>
            </a:extLst>
          </p:cNvPr>
          <p:cNvGrpSpPr/>
          <p:nvPr/>
        </p:nvGrpSpPr>
        <p:grpSpPr>
          <a:xfrm>
            <a:off x="3471576" y="1702415"/>
            <a:ext cx="1100442" cy="1207848"/>
            <a:chOff x="5443547" y="2731479"/>
            <a:chExt cx="1100442" cy="1207848"/>
          </a:xfrm>
        </p:grpSpPr>
        <p:grpSp>
          <p:nvGrpSpPr>
            <p:cNvPr id="55" name="그룹 54">
              <a:extLst>
                <a:ext uri="{FF2B5EF4-FFF2-40B4-BE49-F238E27FC236}">
                  <a16:creationId xmlns:a16="http://schemas.microsoft.com/office/drawing/2014/main" id="{92CC5E8B-212B-1491-DFD9-D35D54F68BC9}"/>
                </a:ext>
              </a:extLst>
            </p:cNvPr>
            <p:cNvGrpSpPr/>
            <p:nvPr/>
          </p:nvGrpSpPr>
          <p:grpSpPr>
            <a:xfrm>
              <a:off x="5443547" y="2859327"/>
              <a:ext cx="1100442" cy="1080000"/>
              <a:chOff x="1298804" y="2939799"/>
              <a:chExt cx="1100442" cy="1080000"/>
            </a:xfrm>
          </p:grpSpPr>
          <p:sp>
            <p:nvSpPr>
              <p:cNvPr id="58" name="타원 57">
                <a:extLst>
                  <a:ext uri="{FF2B5EF4-FFF2-40B4-BE49-F238E27FC236}">
                    <a16:creationId xmlns:a16="http://schemas.microsoft.com/office/drawing/2014/main" id="{CA5D18CD-AD87-003E-9415-E9F3D286ADBE}"/>
                  </a:ext>
                </a:extLst>
              </p:cNvPr>
              <p:cNvSpPr/>
              <p:nvPr/>
            </p:nvSpPr>
            <p:spPr>
              <a:xfrm>
                <a:off x="1303863" y="2939799"/>
                <a:ext cx="1080000" cy="1080000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600" dirty="0">
                  <a:solidFill>
                    <a:schemeClr val="tx1"/>
                  </a:solidFill>
                  <a:latin typeface="Times New Roman" panose="02020603050405020304" pitchFamily="18" charset="0"/>
                  <a:ea typeface="나눔스퀘어OTF" panose="020B0600000101010101" pitchFamily="34" charset="-127"/>
                  <a:cs typeface="Times New Roman" panose="02020603050405020304" pitchFamily="18" charset="0"/>
                </a:endParaRPr>
              </a:p>
            </p:txBody>
          </p:sp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689F8295-46F0-23D4-4AD3-0812EBB73D88}"/>
                  </a:ext>
                </a:extLst>
              </p:cNvPr>
              <p:cNvSpPr txBox="1"/>
              <p:nvPr/>
            </p:nvSpPr>
            <p:spPr>
              <a:xfrm>
                <a:off x="1304847" y="3123943"/>
                <a:ext cx="1078030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rtlCol="0" anchor="ctr">
                <a:spAutoFit/>
              </a:bodyPr>
              <a:lstStyle/>
              <a:p>
                <a:pPr algn="ctr"/>
                <a:r>
                  <a:rPr lang="en-US" altLang="ko-KR" sz="1200" dirty="0">
                    <a:latin typeface="Times New Roman" panose="02020603050405020304" pitchFamily="18" charset="0"/>
                    <a:ea typeface="나눔스퀘어OTF" panose="020B0600000101010101" pitchFamily="34" charset="-127"/>
                    <a:cs typeface="Times New Roman" panose="02020603050405020304" pitchFamily="18" charset="0"/>
                  </a:rPr>
                  <a:t>WAIT</a:t>
                </a:r>
              </a:p>
            </p:txBody>
          </p:sp>
          <p:cxnSp>
            <p:nvCxnSpPr>
              <p:cNvPr id="60" name="직선 연결선 59">
                <a:extLst>
                  <a:ext uri="{FF2B5EF4-FFF2-40B4-BE49-F238E27FC236}">
                    <a16:creationId xmlns:a16="http://schemas.microsoft.com/office/drawing/2014/main" id="{4AB3902F-B960-27D1-A89E-7F5BC939C4D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298804" y="3478689"/>
                <a:ext cx="1080000" cy="0"/>
              </a:xfrm>
              <a:prstGeom prst="line">
                <a:avLst/>
              </a:prstGeom>
              <a:solidFill>
                <a:schemeClr val="bg1"/>
              </a:solidFill>
              <a:ln w="38100">
                <a:solidFill>
                  <a:schemeClr val="tx1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64DC8DA2-6807-4552-CAF2-CE0D47FB7612}"/>
                  </a:ext>
                </a:extLst>
              </p:cNvPr>
              <p:cNvSpPr txBox="1"/>
              <p:nvPr/>
            </p:nvSpPr>
            <p:spPr>
              <a:xfrm>
                <a:off x="1321818" y="3553721"/>
                <a:ext cx="1077428" cy="276999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square" lIns="91440" tIns="45720" rIns="91440" bIns="45720" rtlCol="0" anchor="ctr">
                <a:spAutoFit/>
              </a:bodyPr>
              <a:lstStyle/>
              <a:p>
                <a:pPr algn="ctr"/>
                <a:r>
                  <a:rPr lang="en-US" altLang="ko-KR" sz="1200" dirty="0">
                    <a:latin typeface="Times New Roman" panose="02020603050405020304" pitchFamily="18" charset="0"/>
                    <a:ea typeface="나눔스퀘어OTF" panose="020B0600000101010101" pitchFamily="34" charset="-127"/>
                    <a:cs typeface="Times New Roman" panose="02020603050405020304" pitchFamily="18" charset="0"/>
                  </a:rPr>
                  <a:t>ta = ∞</a:t>
                </a:r>
              </a:p>
            </p:txBody>
          </p:sp>
        </p:grpSp>
        <p:sp>
          <p:nvSpPr>
            <p:cNvPr id="56" name="AutoShape 4" descr="출력 이미지">
              <a:extLst>
                <a:ext uri="{FF2B5EF4-FFF2-40B4-BE49-F238E27FC236}">
                  <a16:creationId xmlns:a16="http://schemas.microsoft.com/office/drawing/2014/main" id="{13CFDB36-D963-FDE4-576B-2CD4D6899325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6096000" y="2731479"/>
              <a:ext cx="304800" cy="3048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</p:grpSp>
      <p:cxnSp>
        <p:nvCxnSpPr>
          <p:cNvPr id="28" name="직선 화살표 연결선 269">
            <a:extLst>
              <a:ext uri="{FF2B5EF4-FFF2-40B4-BE49-F238E27FC236}">
                <a16:creationId xmlns:a16="http://schemas.microsoft.com/office/drawing/2014/main" id="{82A38B0E-C16E-D925-F265-B718D8F14A2F}"/>
              </a:ext>
            </a:extLst>
          </p:cNvPr>
          <p:cNvCxnSpPr>
            <a:cxnSpLocks/>
            <a:stCxn id="38" idx="4"/>
            <a:endCxn id="13" idx="0"/>
          </p:cNvCxnSpPr>
          <p:nvPr/>
        </p:nvCxnSpPr>
        <p:spPr>
          <a:xfrm>
            <a:off x="7989613" y="2910263"/>
            <a:ext cx="0" cy="756564"/>
          </a:xfrm>
          <a:prstGeom prst="straightConnector1">
            <a:avLst/>
          </a:prstGeom>
          <a:ln w="12700" cap="flat" cmpd="sng" algn="ctr">
            <a:solidFill>
              <a:schemeClr val="dk1"/>
            </a:solidFill>
            <a:prstDash val="dash"/>
            <a:round/>
            <a:headEnd type="none" w="med" len="med"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A7EDBED0-0D2C-807A-5FED-F73652EF2121}"/>
              </a:ext>
            </a:extLst>
          </p:cNvPr>
          <p:cNvSpPr txBox="1"/>
          <p:nvPr/>
        </p:nvSpPr>
        <p:spPr>
          <a:xfrm>
            <a:off x="4011576" y="3128693"/>
            <a:ext cx="2084424" cy="2616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ko-KR" sz="1100" b="1" dirty="0">
                <a:latin typeface="Times New Roman" panose="02020603050405020304" pitchFamily="18" charset="0"/>
                <a:ea typeface="나눔스퀘어OTF" panose="020B0600000101010101" pitchFamily="34" charset="-127"/>
                <a:cs typeface="Times New Roman" panose="02020603050405020304" pitchFamily="18" charset="0"/>
              </a:rPr>
              <a:t>! </a:t>
            </a:r>
            <a:r>
              <a:rPr lang="en-US" altLang="ko-KR" sz="1100" b="1" dirty="0" err="1">
                <a:latin typeface="Times New Roman" panose="02020603050405020304" pitchFamily="18" charset="0"/>
                <a:ea typeface="나눔스퀘어OTF" panose="020B0600000101010101" pitchFamily="34" charset="-127"/>
                <a:cs typeface="Times New Roman" panose="02020603050405020304" pitchFamily="18" charset="0"/>
              </a:rPr>
              <a:t>item_depot_update_to_MCS</a:t>
            </a:r>
            <a:endParaRPr lang="en-US" altLang="ko-KR" sz="1100" b="1" dirty="0">
              <a:latin typeface="Times New Roman" panose="02020603050405020304" pitchFamily="18" charset="0"/>
              <a:ea typeface="나눔스퀘어OTF" panose="020B0600000101010101" pitchFamily="34" charset="-127"/>
              <a:cs typeface="Times New Roman" panose="02020603050405020304" pitchFamily="18" charset="0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32E45FE-A37D-4534-BBCC-11A592FEC196}"/>
              </a:ext>
            </a:extLst>
          </p:cNvPr>
          <p:cNvSpPr txBox="1"/>
          <p:nvPr/>
        </p:nvSpPr>
        <p:spPr>
          <a:xfrm>
            <a:off x="4998123" y="2042093"/>
            <a:ext cx="2069199" cy="26161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>
            <a:spAutoFit/>
          </a:bodyPr>
          <a:lstStyle/>
          <a:p>
            <a:pPr algn="ctr"/>
            <a:r>
              <a:rPr lang="en-US" altLang="ko-KR" sz="1100" b="1" dirty="0">
                <a:latin typeface="Times New Roman" panose="02020603050405020304" pitchFamily="18" charset="0"/>
                <a:ea typeface="나눔스퀘어OTF" panose="020B0600000101010101" pitchFamily="34" charset="-127"/>
                <a:cs typeface="Times New Roman" panose="02020603050405020304" pitchFamily="18" charset="0"/>
              </a:rPr>
              <a:t>? </a:t>
            </a:r>
            <a:r>
              <a:rPr lang="en-US" altLang="ko-KR" sz="1100" b="1" dirty="0" err="1">
                <a:latin typeface="Times New Roman" panose="02020603050405020304" pitchFamily="18" charset="0"/>
                <a:ea typeface="나눔스퀘어OTF" panose="020B0600000101010101" pitchFamily="34" charset="-127"/>
                <a:cs typeface="Times New Roman" panose="02020603050405020304" pitchFamily="18" charset="0"/>
              </a:rPr>
              <a:t>arrive_from_mm</a:t>
            </a:r>
            <a:endParaRPr lang="en-US" altLang="ko-KR" sz="1100" dirty="0">
              <a:latin typeface="Times New Roman" panose="02020603050405020304" pitchFamily="18" charset="0"/>
              <a:ea typeface="나눔스퀘어OTF" panose="020B0600000101010101" pitchFamily="34" charset="-127"/>
              <a:cs typeface="Times New Roman" panose="02020603050405020304" pitchFamily="18" charset="0"/>
            </a:endParaRPr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F8FA6599-21B4-5BB5-B286-C0629A1A9383}"/>
              </a:ext>
            </a:extLst>
          </p:cNvPr>
          <p:cNvGrpSpPr/>
          <p:nvPr/>
        </p:nvGrpSpPr>
        <p:grpSpPr>
          <a:xfrm>
            <a:off x="10554" y="1697592"/>
            <a:ext cx="2092379" cy="307778"/>
            <a:chOff x="10720635" y="1263730"/>
            <a:chExt cx="2092379" cy="307778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3AE64FDF-B443-6B54-90B9-1BC60895B78D}"/>
                </a:ext>
              </a:extLst>
            </p:cNvPr>
            <p:cNvSpPr txBox="1"/>
            <p:nvPr/>
          </p:nvSpPr>
          <p:spPr>
            <a:xfrm>
              <a:off x="10720635" y="1263730"/>
              <a:ext cx="2092377" cy="276999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 algn="r"/>
              <a:r>
                <a:rPr lang="en-US" altLang="ko-KR" sz="1200">
                  <a:latin typeface="Times New Roman" panose="02020603050405020304" pitchFamily="18" charset="0"/>
                  <a:ea typeface="나눔스퀘어OTF"/>
                  <a:cs typeface="Times New Roman" panose="02020603050405020304" pitchFamily="18" charset="0"/>
                </a:rPr>
                <a:t>m_info_from_mm</a:t>
              </a:r>
            </a:p>
          </p:txBody>
        </p:sp>
        <p:cxnSp>
          <p:nvCxnSpPr>
            <p:cNvPr id="8" name="직선 화살표 연결선 7">
              <a:extLst>
                <a:ext uri="{FF2B5EF4-FFF2-40B4-BE49-F238E27FC236}">
                  <a16:creationId xmlns:a16="http://schemas.microsoft.com/office/drawing/2014/main" id="{D379CDEB-F367-8486-1641-AB9A8D6C42F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721464" y="1571507"/>
              <a:ext cx="2091550" cy="1"/>
            </a:xfrm>
            <a:prstGeom prst="straightConnector1">
              <a:avLst/>
            </a:prstGeom>
            <a:ln w="28575">
              <a:solidFill>
                <a:schemeClr val="tx1"/>
              </a:solidFill>
              <a:prstDash val="solid"/>
              <a:headEnd type="non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" name="그룹 8">
            <a:extLst>
              <a:ext uri="{FF2B5EF4-FFF2-40B4-BE49-F238E27FC236}">
                <a16:creationId xmlns:a16="http://schemas.microsoft.com/office/drawing/2014/main" id="{825D691A-DEC1-D839-E331-698B030A9830}"/>
              </a:ext>
            </a:extLst>
          </p:cNvPr>
          <p:cNvGrpSpPr/>
          <p:nvPr/>
        </p:nvGrpSpPr>
        <p:grpSpPr>
          <a:xfrm>
            <a:off x="10089480" y="1697591"/>
            <a:ext cx="2091551" cy="307778"/>
            <a:chOff x="10721463" y="1263730"/>
            <a:chExt cx="2091551" cy="307778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3F4C8A29-9CB8-8079-B0CB-5993F24A53AF}"/>
                </a:ext>
              </a:extLst>
            </p:cNvPr>
            <p:cNvSpPr txBox="1"/>
            <p:nvPr/>
          </p:nvSpPr>
          <p:spPr>
            <a:xfrm>
              <a:off x="10721463" y="1263730"/>
              <a:ext cx="2091549" cy="292388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r>
                <a:rPr lang="en-US" altLang="ko-KR" sz="1300">
                  <a:latin typeface="Times New Roman" panose="02020603050405020304" pitchFamily="18" charset="0"/>
                  <a:ea typeface="나눔스퀘어OTF"/>
                  <a:cs typeface="Times New Roman" panose="02020603050405020304" pitchFamily="18" charset="0"/>
                </a:rPr>
                <a:t>w_req_to_mm</a:t>
              </a:r>
            </a:p>
          </p:txBody>
        </p:sp>
        <p:cxnSp>
          <p:nvCxnSpPr>
            <p:cNvPr id="11" name="직선 화살표 연결선 10">
              <a:extLst>
                <a:ext uri="{FF2B5EF4-FFF2-40B4-BE49-F238E27FC236}">
                  <a16:creationId xmlns:a16="http://schemas.microsoft.com/office/drawing/2014/main" id="{0B2AB0BD-F8CE-49FA-8AEF-2EB48F5A1A5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721464" y="1571507"/>
              <a:ext cx="2091550" cy="1"/>
            </a:xfrm>
            <a:prstGeom prst="straightConnector1">
              <a:avLst/>
            </a:prstGeom>
            <a:ln w="28575">
              <a:solidFill>
                <a:schemeClr val="tx1"/>
              </a:solidFill>
              <a:prstDash val="soli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62934C15-E990-9B3F-3A07-0CB6E2DF8723}"/>
              </a:ext>
            </a:extLst>
          </p:cNvPr>
          <p:cNvGrpSpPr/>
          <p:nvPr/>
        </p:nvGrpSpPr>
        <p:grpSpPr>
          <a:xfrm>
            <a:off x="7449613" y="3666827"/>
            <a:ext cx="1080751" cy="1080000"/>
            <a:chOff x="1303863" y="2939799"/>
            <a:chExt cx="1080751" cy="1080000"/>
          </a:xfrm>
        </p:grpSpPr>
        <p:sp>
          <p:nvSpPr>
            <p:cNvPr id="13" name="타원 12">
              <a:extLst>
                <a:ext uri="{FF2B5EF4-FFF2-40B4-BE49-F238E27FC236}">
                  <a16:creationId xmlns:a16="http://schemas.microsoft.com/office/drawing/2014/main" id="{8DCEA5C8-D42D-EB15-34DC-45A54EB69268}"/>
                </a:ext>
              </a:extLst>
            </p:cNvPr>
            <p:cNvSpPr/>
            <p:nvPr/>
          </p:nvSpPr>
          <p:spPr>
            <a:xfrm>
              <a:off x="1303863" y="2939799"/>
              <a:ext cx="1080000" cy="1080000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 dirty="0">
                <a:solidFill>
                  <a:schemeClr val="tx1"/>
                </a:solidFill>
                <a:latin typeface="Times New Roman" panose="02020603050405020304" pitchFamily="18" charset="0"/>
                <a:ea typeface="나눔스퀘어OTF" panose="020B0600000101010101" pitchFamily="34" charset="-127"/>
                <a:cs typeface="Times New Roman" panose="02020603050405020304" pitchFamily="18" charset="0"/>
              </a:endParaRP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19EB46AF-5E23-CBE9-2F65-3F1A1CD57FDB}"/>
                </a:ext>
              </a:extLst>
            </p:cNvPr>
            <p:cNvSpPr txBox="1"/>
            <p:nvPr/>
          </p:nvSpPr>
          <p:spPr>
            <a:xfrm>
              <a:off x="1304847" y="3123943"/>
              <a:ext cx="1078030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rtlCol="0" anchor="ctr">
              <a:spAutoFit/>
            </a:bodyPr>
            <a:lstStyle/>
            <a:p>
              <a:pPr algn="ctr"/>
              <a:r>
                <a:rPr lang="en-US" altLang="ko-KR" sz="1200">
                  <a:latin typeface="Times New Roman" panose="02020603050405020304" pitchFamily="18" charset="0"/>
                  <a:ea typeface="나눔스퀘어OTF" panose="020B0600000101010101" pitchFamily="34" charset="-127"/>
                  <a:cs typeface="Times New Roman" panose="02020603050405020304" pitchFamily="18" charset="0"/>
                </a:rPr>
                <a:t>REQUEST</a:t>
              </a:r>
              <a:endParaRPr lang="en-US" altLang="ko-KR" sz="1200" dirty="0">
                <a:latin typeface="Times New Roman" panose="02020603050405020304" pitchFamily="18" charset="0"/>
                <a:ea typeface="나눔스퀘어OTF" panose="020B0600000101010101" pitchFamily="34" charset="-127"/>
                <a:cs typeface="Times New Roman" panose="02020603050405020304" pitchFamily="18" charset="0"/>
              </a:endParaRPr>
            </a:p>
          </p:txBody>
        </p: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7C7EB3ED-9E29-5FB3-3586-E4FC9992F6ED}"/>
                </a:ext>
              </a:extLst>
            </p:cNvPr>
            <p:cNvCxnSpPr>
              <a:cxnSpLocks/>
              <a:stCxn id="13" idx="2"/>
              <a:endCxn id="13" idx="6"/>
            </p:cNvCxnSpPr>
            <p:nvPr/>
          </p:nvCxnSpPr>
          <p:spPr>
            <a:xfrm>
              <a:off x="1303863" y="3479799"/>
              <a:ext cx="1080000" cy="0"/>
            </a:xfrm>
            <a:prstGeom prst="line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ABD468BD-ABCC-CCC0-FFC1-51F904967705}"/>
                </a:ext>
              </a:extLst>
            </p:cNvPr>
            <p:cNvSpPr txBox="1"/>
            <p:nvPr/>
          </p:nvSpPr>
          <p:spPr>
            <a:xfrm>
              <a:off x="1307186" y="3566728"/>
              <a:ext cx="1077428" cy="276999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ctr">
              <a:spAutoFit/>
            </a:bodyPr>
            <a:lstStyle/>
            <a:p>
              <a:pPr algn="ctr"/>
              <a:r>
                <a:rPr lang="en-US" altLang="ko-KR" sz="1200">
                  <a:latin typeface="Times New Roman" panose="02020603050405020304" pitchFamily="18" charset="0"/>
                  <a:ea typeface="나눔스퀘어OTF" panose="020B0600000101010101" pitchFamily="34" charset="-127"/>
                  <a:cs typeface="Times New Roman" panose="02020603050405020304" pitchFamily="18" charset="0"/>
                </a:rPr>
                <a:t>ta = ∞</a:t>
              </a:r>
              <a:endParaRPr lang="en-US" altLang="ko-KR" sz="1200" dirty="0">
                <a:latin typeface="Times New Roman" panose="02020603050405020304" pitchFamily="18" charset="0"/>
                <a:ea typeface="나눔스퀘어OTF" panose="020B0600000101010101" pitchFamily="34" charset="-127"/>
                <a:cs typeface="Times New Roman" panose="02020603050405020304" pitchFamily="18" charset="0"/>
              </a:endParaRPr>
            </a:p>
          </p:txBody>
        </p:sp>
      </p:grpSp>
      <p:cxnSp>
        <p:nvCxnSpPr>
          <p:cNvPr id="18" name="직선 화살표 연결선 269">
            <a:extLst>
              <a:ext uri="{FF2B5EF4-FFF2-40B4-BE49-F238E27FC236}">
                <a16:creationId xmlns:a16="http://schemas.microsoft.com/office/drawing/2014/main" id="{6EB49899-CAD9-7BE2-10D0-D11DA63233EF}"/>
              </a:ext>
            </a:extLst>
          </p:cNvPr>
          <p:cNvCxnSpPr>
            <a:cxnSpLocks/>
            <a:stCxn id="13" idx="2"/>
            <a:endCxn id="26" idx="6"/>
          </p:cNvCxnSpPr>
          <p:nvPr/>
        </p:nvCxnSpPr>
        <p:spPr>
          <a:xfrm flipH="1">
            <a:off x="4547042" y="4206827"/>
            <a:ext cx="2902571" cy="0"/>
          </a:xfrm>
          <a:prstGeom prst="straightConnector1">
            <a:avLst/>
          </a:prstGeom>
          <a:ln w="12700" cap="flat" cmpd="sng" algn="ctr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grpSp>
        <p:nvGrpSpPr>
          <p:cNvPr id="25" name="그룹 24">
            <a:extLst>
              <a:ext uri="{FF2B5EF4-FFF2-40B4-BE49-F238E27FC236}">
                <a16:creationId xmlns:a16="http://schemas.microsoft.com/office/drawing/2014/main" id="{39892BFD-856F-DA4A-8613-C230D33FD69A}"/>
              </a:ext>
            </a:extLst>
          </p:cNvPr>
          <p:cNvGrpSpPr/>
          <p:nvPr/>
        </p:nvGrpSpPr>
        <p:grpSpPr>
          <a:xfrm>
            <a:off x="3467042" y="3666827"/>
            <a:ext cx="1080751" cy="1080000"/>
            <a:chOff x="1303863" y="2939799"/>
            <a:chExt cx="1080751" cy="1080000"/>
          </a:xfrm>
        </p:grpSpPr>
        <p:sp>
          <p:nvSpPr>
            <p:cNvPr id="26" name="타원 25">
              <a:extLst>
                <a:ext uri="{FF2B5EF4-FFF2-40B4-BE49-F238E27FC236}">
                  <a16:creationId xmlns:a16="http://schemas.microsoft.com/office/drawing/2014/main" id="{6B6B537D-CF02-51B8-CAA2-FA5412D0DBA1}"/>
                </a:ext>
              </a:extLst>
            </p:cNvPr>
            <p:cNvSpPr/>
            <p:nvPr/>
          </p:nvSpPr>
          <p:spPr>
            <a:xfrm>
              <a:off x="1303863" y="2939799"/>
              <a:ext cx="1080000" cy="1080000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 dirty="0">
                <a:solidFill>
                  <a:schemeClr val="tx1"/>
                </a:solidFill>
                <a:latin typeface="Times New Roman" panose="02020603050405020304" pitchFamily="18" charset="0"/>
                <a:ea typeface="나눔스퀘어OTF" panose="020B0600000101010101" pitchFamily="34" charset="-127"/>
                <a:cs typeface="Times New Roman" panose="02020603050405020304" pitchFamily="18" charset="0"/>
              </a:endParaRP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3CA45883-C28D-D74C-3B04-2EE07E4EAABC}"/>
                </a:ext>
              </a:extLst>
            </p:cNvPr>
            <p:cNvSpPr txBox="1"/>
            <p:nvPr/>
          </p:nvSpPr>
          <p:spPr>
            <a:xfrm>
              <a:off x="1304847" y="3123943"/>
              <a:ext cx="1078030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rtlCol="0" anchor="ctr">
              <a:spAutoFit/>
            </a:bodyPr>
            <a:lstStyle/>
            <a:p>
              <a:pPr algn="ctr"/>
              <a:r>
                <a:rPr lang="en-US" altLang="ko-KR" sz="1200">
                  <a:latin typeface="Times New Roman" panose="02020603050405020304" pitchFamily="18" charset="0"/>
                  <a:ea typeface="나눔스퀘어OTF" panose="020B0600000101010101" pitchFamily="34" charset="-127"/>
                  <a:cs typeface="Times New Roman" panose="02020603050405020304" pitchFamily="18" charset="0"/>
                </a:rPr>
                <a:t>UPDATE</a:t>
              </a:r>
              <a:endParaRPr lang="en-US" altLang="ko-KR" sz="1200" dirty="0">
                <a:latin typeface="Times New Roman" panose="02020603050405020304" pitchFamily="18" charset="0"/>
                <a:ea typeface="나눔스퀘어OTF" panose="020B0600000101010101" pitchFamily="34" charset="-127"/>
                <a:cs typeface="Times New Roman" panose="02020603050405020304" pitchFamily="18" charset="0"/>
              </a:endParaRPr>
            </a:p>
          </p:txBody>
        </p: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B1F54AB1-F363-281D-D4C6-6AB30376D42D}"/>
                </a:ext>
              </a:extLst>
            </p:cNvPr>
            <p:cNvCxnSpPr>
              <a:cxnSpLocks/>
              <a:stCxn id="26" idx="2"/>
              <a:endCxn id="26" idx="6"/>
            </p:cNvCxnSpPr>
            <p:nvPr/>
          </p:nvCxnSpPr>
          <p:spPr>
            <a:xfrm>
              <a:off x="1303863" y="3479799"/>
              <a:ext cx="1080000" cy="0"/>
            </a:xfrm>
            <a:prstGeom prst="line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DB10A75C-FA2C-A4A0-3BC5-CCB72CD7D8BE}"/>
                </a:ext>
              </a:extLst>
            </p:cNvPr>
            <p:cNvSpPr txBox="1"/>
            <p:nvPr/>
          </p:nvSpPr>
          <p:spPr>
            <a:xfrm>
              <a:off x="1307186" y="3566728"/>
              <a:ext cx="1077428" cy="276999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ctr">
              <a:spAutoFit/>
            </a:bodyPr>
            <a:lstStyle/>
            <a:p>
              <a:pPr algn="ctr"/>
              <a:r>
                <a:rPr lang="en-US" altLang="ko-KR" sz="1200">
                  <a:latin typeface="Times New Roman" panose="02020603050405020304" pitchFamily="18" charset="0"/>
                  <a:ea typeface="나눔스퀘어OTF" panose="020B0600000101010101" pitchFamily="34" charset="-127"/>
                  <a:cs typeface="Times New Roman" panose="02020603050405020304" pitchFamily="18" charset="0"/>
                </a:rPr>
                <a:t>ta = 0</a:t>
              </a:r>
              <a:endParaRPr lang="en-US" altLang="ko-KR" sz="1200" dirty="0">
                <a:latin typeface="Times New Roman" panose="02020603050405020304" pitchFamily="18" charset="0"/>
                <a:ea typeface="나눔스퀘어OTF" panose="020B0600000101010101" pitchFamily="34" charset="-127"/>
                <a:cs typeface="Times New Roman" panose="02020603050405020304" pitchFamily="18" charset="0"/>
              </a:endParaRPr>
            </a:p>
          </p:txBody>
        </p:sp>
      </p:grpSp>
      <p:cxnSp>
        <p:nvCxnSpPr>
          <p:cNvPr id="35" name="직선 화살표 연결선 269">
            <a:extLst>
              <a:ext uri="{FF2B5EF4-FFF2-40B4-BE49-F238E27FC236}">
                <a16:creationId xmlns:a16="http://schemas.microsoft.com/office/drawing/2014/main" id="{E66265E3-1300-9FC8-0A11-3E208A6C2F7D}"/>
              </a:ext>
            </a:extLst>
          </p:cNvPr>
          <p:cNvCxnSpPr>
            <a:cxnSpLocks/>
            <a:stCxn id="26" idx="0"/>
            <a:endCxn id="58" idx="4"/>
          </p:cNvCxnSpPr>
          <p:nvPr/>
        </p:nvCxnSpPr>
        <p:spPr>
          <a:xfrm flipV="1">
            <a:off x="4007042" y="2910263"/>
            <a:ext cx="9593" cy="756564"/>
          </a:xfrm>
          <a:prstGeom prst="straightConnector1">
            <a:avLst/>
          </a:prstGeom>
          <a:ln w="12700" cap="flat" cmpd="sng" algn="ctr">
            <a:solidFill>
              <a:schemeClr val="dk1"/>
            </a:solidFill>
            <a:prstDash val="dash"/>
            <a:round/>
            <a:headEnd type="none" w="med" len="med"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46" name="TextBox 45">
            <a:extLst>
              <a:ext uri="{FF2B5EF4-FFF2-40B4-BE49-F238E27FC236}">
                <a16:creationId xmlns:a16="http://schemas.microsoft.com/office/drawing/2014/main" id="{E50F4250-2BB0-E591-0E1A-D73E68773BB5}"/>
              </a:ext>
            </a:extLst>
          </p:cNvPr>
          <p:cNvSpPr txBox="1"/>
          <p:nvPr/>
        </p:nvSpPr>
        <p:spPr>
          <a:xfrm>
            <a:off x="5331125" y="4229993"/>
            <a:ext cx="1458774" cy="2616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ko-KR" sz="1100" b="1">
                <a:latin typeface="Times New Roman" panose="02020603050405020304" pitchFamily="18" charset="0"/>
                <a:ea typeface="나눔스퀘어OTF" panose="020B0600000101010101" pitchFamily="34" charset="-127"/>
                <a:cs typeface="Times New Roman" panose="02020603050405020304" pitchFamily="18" charset="0"/>
              </a:rPr>
              <a:t>? m_info_from_mm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36A860B-E9B7-D39B-9E2B-F71B508F2A58}"/>
              </a:ext>
            </a:extLst>
          </p:cNvPr>
          <p:cNvSpPr txBox="1"/>
          <p:nvPr/>
        </p:nvSpPr>
        <p:spPr>
          <a:xfrm>
            <a:off x="7715904" y="3165435"/>
            <a:ext cx="2069199" cy="26161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>
            <a:spAutoFit/>
          </a:bodyPr>
          <a:lstStyle/>
          <a:p>
            <a:pPr algn="ctr"/>
            <a:r>
              <a:rPr lang="en-US" altLang="ko-KR" sz="1100" b="1">
                <a:latin typeface="Times New Roman" panose="02020603050405020304" pitchFamily="18" charset="0"/>
                <a:ea typeface="나눔스퀘어OTF" panose="020B0600000101010101" pitchFamily="34" charset="-127"/>
                <a:cs typeface="Times New Roman" panose="02020603050405020304" pitchFamily="18" charset="0"/>
              </a:rPr>
              <a:t>! w_req_to_mm</a:t>
            </a:r>
            <a:endParaRPr lang="en-US" altLang="ko-KR" sz="1100" dirty="0">
              <a:latin typeface="Times New Roman" panose="02020603050405020304" pitchFamily="18" charset="0"/>
              <a:ea typeface="나눔스퀘어OTF" panose="020B0600000101010101" pitchFamily="34" charset="-127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288920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B2BFFD-8AD7-7FE2-0EE5-22941C7CB3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C5D0192-9170-DF8E-C7F2-656247F667CD}"/>
              </a:ext>
            </a:extLst>
          </p:cNvPr>
          <p:cNvSpPr txBox="1"/>
          <p:nvPr/>
        </p:nvSpPr>
        <p:spPr>
          <a:xfrm>
            <a:off x="461961" y="166607"/>
            <a:ext cx="10673295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000">
                <a:solidFill>
                  <a:srgbClr val="1A236F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Atomic Model Diagram </a:t>
            </a:r>
            <a:r>
              <a:rPr lang="en-US" altLang="ko-KR" sz="2000">
                <a:solidFill>
                  <a:srgbClr val="1A236F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-  Transportation information manager</a:t>
            </a:r>
          </a:p>
          <a:p>
            <a:endParaRPr lang="en-US" altLang="ko-KR" sz="2000" dirty="0">
              <a:solidFill>
                <a:srgbClr val="1A236F"/>
              </a:solidFill>
              <a:latin typeface="Pretendard SemiBold" panose="02000703000000020004" pitchFamily="2" charset="-127"/>
              <a:ea typeface="Pretendard SemiBold" panose="02000703000000020004" pitchFamily="2" charset="-127"/>
              <a:cs typeface="Pretendard SemiBold" panose="02000703000000020004" pitchFamily="2" charset="-127"/>
            </a:endParaRPr>
          </a:p>
        </p:txBody>
      </p:sp>
      <p:sp>
        <p:nvSpPr>
          <p:cNvPr id="284" name="직사각형 283">
            <a:extLst>
              <a:ext uri="{FF2B5EF4-FFF2-40B4-BE49-F238E27FC236}">
                <a16:creationId xmlns:a16="http://schemas.microsoft.com/office/drawing/2014/main" id="{B083D483-ABA0-4826-DD03-9454BD50799E}"/>
              </a:ext>
            </a:extLst>
          </p:cNvPr>
          <p:cNvSpPr/>
          <p:nvPr/>
        </p:nvSpPr>
        <p:spPr>
          <a:xfrm>
            <a:off x="2090798" y="923171"/>
            <a:ext cx="8010404" cy="501165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ko-KR" sz="2400" b="1">
                <a:solidFill>
                  <a:schemeClr val="tx1"/>
                </a:solidFill>
                <a:latin typeface="Times New Roman" panose="02020603050405020304" pitchFamily="18" charset="0"/>
                <a:ea typeface="나눔스퀘어OTF" panose="020B0600000101010101" pitchFamily="34" charset="-127"/>
                <a:cs typeface="Times New Roman" panose="02020603050405020304" pitchFamily="18" charset="0"/>
              </a:rPr>
              <a:t>Transportation information manager</a:t>
            </a:r>
          </a:p>
          <a:p>
            <a:endParaRPr lang="ko-KR" altLang="en-US" sz="2800" b="1" dirty="0">
              <a:solidFill>
                <a:schemeClr val="tx1"/>
              </a:solidFill>
              <a:latin typeface="Times New Roman" panose="02020603050405020304" pitchFamily="18" charset="0"/>
              <a:ea typeface="나눔스퀘어OTF" panose="020B0600000101010101" pitchFamily="34" charset="-127"/>
              <a:cs typeface="Times New Roman" panose="02020603050405020304" pitchFamily="18" charset="0"/>
            </a:endParaRPr>
          </a:p>
        </p:txBody>
      </p:sp>
      <p:grpSp>
        <p:nvGrpSpPr>
          <p:cNvPr id="285" name="그룹 284">
            <a:extLst>
              <a:ext uri="{FF2B5EF4-FFF2-40B4-BE49-F238E27FC236}">
                <a16:creationId xmlns:a16="http://schemas.microsoft.com/office/drawing/2014/main" id="{E8050564-D81C-A8C2-F89B-7B05E76F7104}"/>
              </a:ext>
            </a:extLst>
          </p:cNvPr>
          <p:cNvGrpSpPr/>
          <p:nvPr/>
        </p:nvGrpSpPr>
        <p:grpSpPr>
          <a:xfrm>
            <a:off x="10101202" y="1280754"/>
            <a:ext cx="2091551" cy="307778"/>
            <a:chOff x="10721463" y="1263730"/>
            <a:chExt cx="2091551" cy="307778"/>
          </a:xfrm>
        </p:grpSpPr>
        <p:sp>
          <p:nvSpPr>
            <p:cNvPr id="286" name="TextBox 285">
              <a:extLst>
                <a:ext uri="{FF2B5EF4-FFF2-40B4-BE49-F238E27FC236}">
                  <a16:creationId xmlns:a16="http://schemas.microsoft.com/office/drawing/2014/main" id="{CB595F19-47DC-8415-285C-E48E21D04D99}"/>
                </a:ext>
              </a:extLst>
            </p:cNvPr>
            <p:cNvSpPr txBox="1"/>
            <p:nvPr/>
          </p:nvSpPr>
          <p:spPr>
            <a:xfrm>
              <a:off x="10721463" y="1263730"/>
              <a:ext cx="2091549" cy="307777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r>
                <a:rPr lang="en-US" altLang="ko-KR" sz="1400" dirty="0" err="1">
                  <a:latin typeface="Times New Roman" panose="02020603050405020304" pitchFamily="18" charset="0"/>
                  <a:ea typeface="나눔스퀘어OTF"/>
                  <a:cs typeface="Times New Roman" panose="02020603050405020304" pitchFamily="18" charset="0"/>
                </a:rPr>
                <a:t>amr_res_to_ACS</a:t>
              </a:r>
              <a:endParaRPr lang="ko-KR" altLang="ko-KR" sz="3200" dirty="0" err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287" name="직선 화살표 연결선 286">
              <a:extLst>
                <a:ext uri="{FF2B5EF4-FFF2-40B4-BE49-F238E27FC236}">
                  <a16:creationId xmlns:a16="http://schemas.microsoft.com/office/drawing/2014/main" id="{55258E85-8A1D-B630-6319-43C91562613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721464" y="1571507"/>
              <a:ext cx="2091550" cy="1"/>
            </a:xfrm>
            <a:prstGeom prst="straightConnector1">
              <a:avLst/>
            </a:prstGeom>
            <a:ln w="28575">
              <a:solidFill>
                <a:schemeClr val="tx1"/>
              </a:solidFill>
              <a:prstDash val="soli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" name="그룹 2">
            <a:extLst>
              <a:ext uri="{FF2B5EF4-FFF2-40B4-BE49-F238E27FC236}">
                <a16:creationId xmlns:a16="http://schemas.microsoft.com/office/drawing/2014/main" id="{C9092CC4-E37A-DE0C-AE44-BCF52520F70B}"/>
              </a:ext>
            </a:extLst>
          </p:cNvPr>
          <p:cNvGrpSpPr/>
          <p:nvPr/>
        </p:nvGrpSpPr>
        <p:grpSpPr>
          <a:xfrm>
            <a:off x="-4984" y="1280754"/>
            <a:ext cx="2091551" cy="307778"/>
            <a:chOff x="10721463" y="1263730"/>
            <a:chExt cx="2091551" cy="307778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3B189F64-D901-0203-5BAC-932C51BA5EF0}"/>
                </a:ext>
              </a:extLst>
            </p:cNvPr>
            <p:cNvSpPr txBox="1"/>
            <p:nvPr/>
          </p:nvSpPr>
          <p:spPr>
            <a:xfrm>
              <a:off x="10721463" y="1263730"/>
              <a:ext cx="2091549" cy="307777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 algn="r"/>
              <a:r>
                <a:rPr lang="en-US" altLang="ko-KR" sz="1400">
                  <a:latin typeface="Times New Roman" panose="02020603050405020304" pitchFamily="18" charset="0"/>
                  <a:ea typeface="나눔스퀘어OTF"/>
                  <a:cs typeface="Times New Roman" panose="02020603050405020304" pitchFamily="18" charset="0"/>
                </a:rPr>
                <a:t>amr_req_from_ACS</a:t>
              </a:r>
            </a:p>
          </p:txBody>
        </p:sp>
        <p:cxnSp>
          <p:nvCxnSpPr>
            <p:cNvPr id="5" name="직선 화살표 연결선 4">
              <a:extLst>
                <a:ext uri="{FF2B5EF4-FFF2-40B4-BE49-F238E27FC236}">
                  <a16:creationId xmlns:a16="http://schemas.microsoft.com/office/drawing/2014/main" id="{7F98A744-9CD7-372C-DE7A-33588A1B2FA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721464" y="1571507"/>
              <a:ext cx="2091550" cy="1"/>
            </a:xfrm>
            <a:prstGeom prst="straightConnector1">
              <a:avLst/>
            </a:prstGeom>
            <a:ln w="28575">
              <a:solidFill>
                <a:schemeClr val="tx1"/>
              </a:solidFill>
              <a:prstDash val="solid"/>
              <a:headEnd type="non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" name="그룹 5">
            <a:extLst>
              <a:ext uri="{FF2B5EF4-FFF2-40B4-BE49-F238E27FC236}">
                <a16:creationId xmlns:a16="http://schemas.microsoft.com/office/drawing/2014/main" id="{9A125A68-7997-76E6-FE6C-53542D1300FA}"/>
              </a:ext>
            </a:extLst>
          </p:cNvPr>
          <p:cNvGrpSpPr/>
          <p:nvPr/>
        </p:nvGrpSpPr>
        <p:grpSpPr>
          <a:xfrm>
            <a:off x="0" y="1721817"/>
            <a:ext cx="2091551" cy="307778"/>
            <a:chOff x="10721463" y="1263730"/>
            <a:chExt cx="2091551" cy="307778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11D5F377-E2B4-E38D-58B1-1854E22F56EB}"/>
                </a:ext>
              </a:extLst>
            </p:cNvPr>
            <p:cNvSpPr txBox="1"/>
            <p:nvPr/>
          </p:nvSpPr>
          <p:spPr>
            <a:xfrm>
              <a:off x="10721463" y="1263730"/>
              <a:ext cx="2091549" cy="276999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 algn="r"/>
              <a:r>
                <a:rPr lang="en-US" altLang="ko-KR" sz="1200">
                  <a:latin typeface="Times New Roman" panose="02020603050405020304" pitchFamily="18" charset="0"/>
                  <a:ea typeface="나눔스퀘어" panose="020B0600000101010101" pitchFamily="50" charset="-127"/>
                  <a:cs typeface="Times New Roman" panose="02020603050405020304" pitchFamily="18" charset="0"/>
                </a:rPr>
                <a:t>return_completed_from_amr</a:t>
              </a:r>
            </a:p>
          </p:txBody>
        </p:sp>
        <p:cxnSp>
          <p:nvCxnSpPr>
            <p:cNvPr id="8" name="직선 화살표 연결선 7">
              <a:extLst>
                <a:ext uri="{FF2B5EF4-FFF2-40B4-BE49-F238E27FC236}">
                  <a16:creationId xmlns:a16="http://schemas.microsoft.com/office/drawing/2014/main" id="{386AE1F2-0FE0-FEE7-32C6-009BF406C50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721464" y="1571507"/>
              <a:ext cx="2091550" cy="1"/>
            </a:xfrm>
            <a:prstGeom prst="straightConnector1">
              <a:avLst/>
            </a:prstGeom>
            <a:ln w="28575">
              <a:solidFill>
                <a:schemeClr val="tx1"/>
              </a:solidFill>
              <a:prstDash val="solid"/>
              <a:headEnd type="non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5039E35B-7713-88B7-93CD-8CB957CCF27B}"/>
              </a:ext>
            </a:extLst>
          </p:cNvPr>
          <p:cNvGrpSpPr/>
          <p:nvPr/>
        </p:nvGrpSpPr>
        <p:grpSpPr>
          <a:xfrm>
            <a:off x="3275756" y="2727903"/>
            <a:ext cx="1100442" cy="1207848"/>
            <a:chOff x="5443547" y="2731479"/>
            <a:chExt cx="1100442" cy="1207848"/>
          </a:xfrm>
        </p:grpSpPr>
        <p:grpSp>
          <p:nvGrpSpPr>
            <p:cNvPr id="299" name="그룹 298">
              <a:extLst>
                <a:ext uri="{FF2B5EF4-FFF2-40B4-BE49-F238E27FC236}">
                  <a16:creationId xmlns:a16="http://schemas.microsoft.com/office/drawing/2014/main" id="{EE9BBA98-D5FB-A98E-AF5E-D230018BFF5E}"/>
                </a:ext>
              </a:extLst>
            </p:cNvPr>
            <p:cNvGrpSpPr/>
            <p:nvPr/>
          </p:nvGrpSpPr>
          <p:grpSpPr>
            <a:xfrm>
              <a:off x="5443547" y="2859327"/>
              <a:ext cx="1100442" cy="1080000"/>
              <a:chOff x="1298804" y="2939799"/>
              <a:chExt cx="1100442" cy="1080000"/>
            </a:xfrm>
          </p:grpSpPr>
          <p:sp>
            <p:nvSpPr>
              <p:cNvPr id="300" name="타원 299">
                <a:extLst>
                  <a:ext uri="{FF2B5EF4-FFF2-40B4-BE49-F238E27FC236}">
                    <a16:creationId xmlns:a16="http://schemas.microsoft.com/office/drawing/2014/main" id="{6FBA88B7-FE5A-6E70-5FA5-AD2BB9CF4144}"/>
                  </a:ext>
                </a:extLst>
              </p:cNvPr>
              <p:cNvSpPr/>
              <p:nvPr/>
            </p:nvSpPr>
            <p:spPr>
              <a:xfrm>
                <a:off x="1303863" y="2939799"/>
                <a:ext cx="1080000" cy="1080000"/>
              </a:xfrm>
              <a:prstGeom prst="ellipse">
                <a:avLst/>
              </a:prstGeom>
              <a:solidFill>
                <a:schemeClr val="bg1"/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600" dirty="0">
                  <a:solidFill>
                    <a:schemeClr val="tx1"/>
                  </a:solidFill>
                  <a:latin typeface="Times New Roman" panose="02020603050405020304" pitchFamily="18" charset="0"/>
                  <a:ea typeface="나눔스퀘어OTF" panose="020B0600000101010101" pitchFamily="34" charset="-127"/>
                  <a:cs typeface="Times New Roman" panose="02020603050405020304" pitchFamily="18" charset="0"/>
                </a:endParaRPr>
              </a:p>
            </p:txBody>
          </p:sp>
          <p:sp>
            <p:nvSpPr>
              <p:cNvPr id="301" name="TextBox 300">
                <a:extLst>
                  <a:ext uri="{FF2B5EF4-FFF2-40B4-BE49-F238E27FC236}">
                    <a16:creationId xmlns:a16="http://schemas.microsoft.com/office/drawing/2014/main" id="{E26BBD8D-6607-B9C0-AC76-BFBD1F37672B}"/>
                  </a:ext>
                </a:extLst>
              </p:cNvPr>
              <p:cNvSpPr txBox="1"/>
              <p:nvPr/>
            </p:nvSpPr>
            <p:spPr>
              <a:xfrm>
                <a:off x="1304847" y="3116249"/>
                <a:ext cx="1078030" cy="2923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rtlCol="0" anchor="ctr">
                <a:spAutoFit/>
              </a:bodyPr>
              <a:lstStyle/>
              <a:p>
                <a:pPr algn="ctr"/>
                <a:r>
                  <a:rPr lang="en-US" altLang="ko-KR" sz="1300" dirty="0">
                    <a:latin typeface="Times New Roman" panose="02020603050405020304" pitchFamily="18" charset="0"/>
                    <a:ea typeface="나눔스퀘어OTF"/>
                    <a:cs typeface="Times New Roman" panose="02020603050405020304" pitchFamily="18" charset="0"/>
                  </a:rPr>
                  <a:t>WAIT</a:t>
                </a:r>
              </a:p>
            </p:txBody>
          </p:sp>
          <p:cxnSp>
            <p:nvCxnSpPr>
              <p:cNvPr id="302" name="직선 연결선 301">
                <a:extLst>
                  <a:ext uri="{FF2B5EF4-FFF2-40B4-BE49-F238E27FC236}">
                    <a16:creationId xmlns:a16="http://schemas.microsoft.com/office/drawing/2014/main" id="{F6EDAB18-561C-9A79-B867-149F0F7D4CA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298804" y="3478689"/>
                <a:ext cx="1080000" cy="0"/>
              </a:xfrm>
              <a:prstGeom prst="line">
                <a:avLst/>
              </a:prstGeom>
              <a:solidFill>
                <a:schemeClr val="bg1"/>
              </a:solidFill>
              <a:ln w="38100">
                <a:solidFill>
                  <a:schemeClr val="tx1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03" name="TextBox 302">
                    <a:extLst>
                      <a:ext uri="{FF2B5EF4-FFF2-40B4-BE49-F238E27FC236}">
                        <a16:creationId xmlns:a16="http://schemas.microsoft.com/office/drawing/2014/main" id="{5639AFC0-0325-529D-34F6-86562BAA2AD6}"/>
                      </a:ext>
                    </a:extLst>
                  </p:cNvPr>
                  <p:cNvSpPr txBox="1"/>
                  <p:nvPr/>
                </p:nvSpPr>
                <p:spPr>
                  <a:xfrm>
                    <a:off x="1321818" y="3553721"/>
                    <a:ext cx="1077428" cy="276999"/>
                  </a:xfrm>
                  <a:prstGeom prst="rect">
                    <a:avLst/>
                  </a:prstGeom>
                  <a:noFill/>
                  <a:ln w="38100">
                    <a:noFill/>
                  </a:ln>
                </p:spPr>
                <p:txBody>
                  <a:bodyPr wrap="square" lIns="91440" tIns="45720" rIns="91440" bIns="45720" rtlCol="0" anchor="ctr">
                    <a:spAutoFit/>
                  </a:bodyPr>
                  <a:lstStyle/>
                  <a:p>
                    <a:pPr algn="ctr"/>
                    <a:r>
                      <a:rPr lang="en-US" altLang="ko-KR" sz="1200" dirty="0">
                        <a:latin typeface="Times New Roman" panose="02020603050405020304" pitchFamily="18" charset="0"/>
                        <a:ea typeface="나눔스퀘어OTF" panose="020B0600000101010101" pitchFamily="34" charset="-127"/>
                        <a:cs typeface="Times New Roman" panose="02020603050405020304" pitchFamily="18" charset="0"/>
                      </a:rPr>
                      <a:t>ta =</a:t>
                    </a:r>
                    <a14:m>
                      <m:oMath xmlns:m="http://schemas.openxmlformats.org/officeDocument/2006/math">
                        <m:r>
                          <a:rPr lang="en-US" altLang="ko-KR" sz="1200" dirty="0">
                            <a:latin typeface="Cambria Math" panose="02040503050406030204" pitchFamily="18" charset="0"/>
                            <a:ea typeface="나눔스퀘어OTF" panose="020B0600000101010101" pitchFamily="34" charset="-127"/>
                            <a:cs typeface="Times New Roman" panose="02020603050405020304" pitchFamily="18" charset="0"/>
                          </a:rPr>
                          <m:t>∞</m:t>
                        </m:r>
                      </m:oMath>
                    </a14:m>
                    <a:endParaRPr lang="en-US" altLang="ko-KR" sz="1200" dirty="0">
                      <a:latin typeface="Times New Roman" panose="02020603050405020304" pitchFamily="18" charset="0"/>
                      <a:ea typeface="나눔스퀘어OTF" panose="020B0600000101010101" pitchFamily="34" charset="-127"/>
                      <a:cs typeface="Times New Roman" panose="020206030504050203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303" name="TextBox 302">
                    <a:extLst>
                      <a:ext uri="{FF2B5EF4-FFF2-40B4-BE49-F238E27FC236}">
                        <a16:creationId xmlns:a16="http://schemas.microsoft.com/office/drawing/2014/main" id="{5639AFC0-0325-529D-34F6-86562BAA2AD6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321818" y="3553721"/>
                    <a:ext cx="1077428" cy="276999"/>
                  </a:xfrm>
                  <a:prstGeom prst="rect">
                    <a:avLst/>
                  </a:prstGeom>
                  <a:blipFill>
                    <a:blip r:embed="rId3"/>
                    <a:stretch>
                      <a:fillRect b="-17391"/>
                    </a:stretch>
                  </a:blipFill>
                  <a:ln w="38100">
                    <a:noFill/>
                  </a:ln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10" name="AutoShape 4" descr="출력 이미지">
              <a:extLst>
                <a:ext uri="{FF2B5EF4-FFF2-40B4-BE49-F238E27FC236}">
                  <a16:creationId xmlns:a16="http://schemas.microsoft.com/office/drawing/2014/main" id="{9711EC14-20A6-CB6D-1EB5-8C512206572F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6096000" y="2731479"/>
              <a:ext cx="304800" cy="3048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</p:grpSp>
      <p:pic>
        <p:nvPicPr>
          <p:cNvPr id="293" name="그림 292">
            <a:extLst>
              <a:ext uri="{FF2B5EF4-FFF2-40B4-BE49-F238E27FC236}">
                <a16:creationId xmlns:a16="http://schemas.microsoft.com/office/drawing/2014/main" id="{2DA3C94C-C6E6-922A-B64E-B7619F4EC46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82628" y="6460728"/>
            <a:ext cx="1724010" cy="397272"/>
          </a:xfrm>
          <a:prstGeom prst="rect">
            <a:avLst/>
          </a:prstGeom>
        </p:spPr>
      </p:pic>
      <p:cxnSp>
        <p:nvCxnSpPr>
          <p:cNvPr id="11" name="직선 화살표 연결선 269">
            <a:extLst>
              <a:ext uri="{FF2B5EF4-FFF2-40B4-BE49-F238E27FC236}">
                <a16:creationId xmlns:a16="http://schemas.microsoft.com/office/drawing/2014/main" id="{2DE22B70-39F2-340F-894C-AFF6A62FA1B7}"/>
              </a:ext>
            </a:extLst>
          </p:cNvPr>
          <p:cNvCxnSpPr>
            <a:cxnSpLocks/>
            <a:stCxn id="300" idx="0"/>
            <a:endCxn id="24" idx="0"/>
          </p:cNvCxnSpPr>
          <p:nvPr/>
        </p:nvCxnSpPr>
        <p:spPr>
          <a:xfrm rot="5400000" flipH="1" flipV="1">
            <a:off x="6136767" y="539799"/>
            <a:ext cx="12700" cy="4631904"/>
          </a:xfrm>
          <a:prstGeom prst="bentConnector3">
            <a:avLst>
              <a:gd name="adj1" fmla="val 1800000"/>
            </a:avLst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73F7EFBD-122E-E91F-1CE2-831228105009}"/>
              </a:ext>
            </a:extLst>
          </p:cNvPr>
          <p:cNvSpPr txBox="1"/>
          <p:nvPr/>
        </p:nvSpPr>
        <p:spPr>
          <a:xfrm>
            <a:off x="4998858" y="1972026"/>
            <a:ext cx="2091549" cy="600164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en-US" altLang="ko-KR" sz="1100" b="1" dirty="0">
                <a:latin typeface="Times New Roman" panose="02020603050405020304" pitchFamily="18" charset="0"/>
                <a:ea typeface="나눔스퀘어OTF" panose="020B0600000101010101" pitchFamily="34" charset="-127"/>
                <a:cs typeface="Times New Roman" panose="02020603050405020304" pitchFamily="18" charset="0"/>
              </a:rPr>
              <a:t>? </a:t>
            </a:r>
            <a:r>
              <a:rPr lang="en-US" altLang="ko-KR" sz="1100" b="1" dirty="0" err="1">
                <a:latin typeface="Times New Roman" panose="02020603050405020304" pitchFamily="18" charset="0"/>
                <a:ea typeface="나눔스퀘어OTF" panose="020B0600000101010101" pitchFamily="34" charset="-127"/>
                <a:cs typeface="Times New Roman" panose="02020603050405020304" pitchFamily="18" charset="0"/>
              </a:rPr>
              <a:t>amr_req_from_ACS</a:t>
            </a:r>
            <a:endParaRPr lang="en-US" altLang="ko-KR" sz="1100" b="1" dirty="0">
              <a:latin typeface="Times New Roman" panose="02020603050405020304" pitchFamily="18" charset="0"/>
              <a:ea typeface="나눔스퀘어OTF" panose="020B0600000101010101" pitchFamily="34" charset="-127"/>
              <a:cs typeface="Times New Roman" panose="02020603050405020304" pitchFamily="18" charset="0"/>
            </a:endParaRPr>
          </a:p>
          <a:p>
            <a:pPr algn="ctr"/>
            <a:r>
              <a:rPr lang="en-US" altLang="ko-KR" sz="1100" b="1" dirty="0">
                <a:latin typeface="Times New Roman" panose="02020603050405020304" pitchFamily="18" charset="0"/>
                <a:ea typeface="나눔스퀘어OTF" panose="020B0600000101010101" pitchFamily="34" charset="-127"/>
                <a:cs typeface="Times New Roman" panose="02020603050405020304" pitchFamily="18" charset="0"/>
              </a:rPr>
              <a:t>or</a:t>
            </a:r>
          </a:p>
          <a:p>
            <a:pPr algn="ctr"/>
            <a:r>
              <a:rPr lang="en-US" altLang="ko-KR" sz="1100" b="1" dirty="0">
                <a:latin typeface="Times New Roman" panose="02020603050405020304" pitchFamily="18" charset="0"/>
                <a:ea typeface="나눔스퀘어OTF" panose="020B0600000101010101" pitchFamily="34" charset="-127"/>
                <a:cs typeface="Times New Roman" panose="02020603050405020304" pitchFamily="18" charset="0"/>
              </a:rPr>
              <a:t>?  </a:t>
            </a:r>
            <a:r>
              <a:rPr lang="en-US" altLang="ko-KR" sz="1100" b="1" dirty="0" err="1">
                <a:latin typeface="Times New Roman" panose="02020603050405020304" pitchFamily="18" charset="0"/>
                <a:ea typeface="나눔스퀘어OTF" panose="020B0600000101010101" pitchFamily="34" charset="-127"/>
                <a:cs typeface="Times New Roman" panose="02020603050405020304" pitchFamily="18" charset="0"/>
              </a:rPr>
              <a:t>return_completed_from_amr</a:t>
            </a:r>
            <a:endParaRPr lang="en-US" altLang="ko-KR" sz="1100" b="1" dirty="0">
              <a:latin typeface="Times New Roman" panose="02020603050405020304" pitchFamily="18" charset="0"/>
              <a:ea typeface="나눔스퀘어OTF" panose="020B0600000101010101" pitchFamily="34" charset="-127"/>
              <a:cs typeface="Times New Roman" panose="02020603050405020304" pitchFamily="18" charset="0"/>
            </a:endParaRPr>
          </a:p>
        </p:txBody>
      </p:sp>
      <p:grpSp>
        <p:nvGrpSpPr>
          <p:cNvPr id="23" name="그룹 22">
            <a:extLst>
              <a:ext uri="{FF2B5EF4-FFF2-40B4-BE49-F238E27FC236}">
                <a16:creationId xmlns:a16="http://schemas.microsoft.com/office/drawing/2014/main" id="{C7CEAA82-9FFF-14CE-88A4-679F8D04C324}"/>
              </a:ext>
            </a:extLst>
          </p:cNvPr>
          <p:cNvGrpSpPr/>
          <p:nvPr/>
        </p:nvGrpSpPr>
        <p:grpSpPr>
          <a:xfrm>
            <a:off x="7912719" y="2855751"/>
            <a:ext cx="1080751" cy="1080000"/>
            <a:chOff x="1303863" y="2939799"/>
            <a:chExt cx="1080751" cy="1080000"/>
          </a:xfrm>
        </p:grpSpPr>
        <p:sp>
          <p:nvSpPr>
            <p:cNvPr id="24" name="타원 23">
              <a:extLst>
                <a:ext uri="{FF2B5EF4-FFF2-40B4-BE49-F238E27FC236}">
                  <a16:creationId xmlns:a16="http://schemas.microsoft.com/office/drawing/2014/main" id="{BD408D31-7E89-32AC-C0F4-58D2080B5E06}"/>
                </a:ext>
              </a:extLst>
            </p:cNvPr>
            <p:cNvSpPr/>
            <p:nvPr/>
          </p:nvSpPr>
          <p:spPr>
            <a:xfrm>
              <a:off x="1303863" y="2939799"/>
              <a:ext cx="1080000" cy="1080000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 dirty="0">
                <a:solidFill>
                  <a:schemeClr val="tx1"/>
                </a:solidFill>
                <a:latin typeface="Times New Roman" panose="02020603050405020304" pitchFamily="18" charset="0"/>
                <a:ea typeface="나눔스퀘어OTF" panose="020B0600000101010101" pitchFamily="34" charset="-127"/>
                <a:cs typeface="Times New Roman" panose="02020603050405020304" pitchFamily="18" charset="0"/>
              </a:endParaRP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2A90129F-7CAA-1755-368B-0ED28FF3BA80}"/>
                </a:ext>
              </a:extLst>
            </p:cNvPr>
            <p:cNvSpPr txBox="1"/>
            <p:nvPr/>
          </p:nvSpPr>
          <p:spPr>
            <a:xfrm>
              <a:off x="1304847" y="3116249"/>
              <a:ext cx="1078030" cy="29238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rtlCol="0" anchor="ctr">
              <a:spAutoFit/>
            </a:bodyPr>
            <a:lstStyle/>
            <a:p>
              <a:pPr algn="ctr"/>
              <a:r>
                <a:rPr lang="en-US" altLang="ko-KR" sz="1300" dirty="0">
                  <a:latin typeface="Times New Roman" panose="02020603050405020304" pitchFamily="18" charset="0"/>
                  <a:ea typeface="나눔스퀘어OTF"/>
                  <a:cs typeface="Times New Roman" panose="02020603050405020304" pitchFamily="18" charset="0"/>
                </a:rPr>
                <a:t>INFO</a:t>
              </a:r>
            </a:p>
          </p:txBody>
        </p: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DD6A3BE7-3EB2-CBE7-1568-96B9506779F1}"/>
                </a:ext>
              </a:extLst>
            </p:cNvPr>
            <p:cNvCxnSpPr>
              <a:cxnSpLocks/>
              <a:stCxn id="24" idx="2"/>
              <a:endCxn id="24" idx="6"/>
            </p:cNvCxnSpPr>
            <p:nvPr/>
          </p:nvCxnSpPr>
          <p:spPr>
            <a:xfrm>
              <a:off x="1303863" y="3479799"/>
              <a:ext cx="1080000" cy="0"/>
            </a:xfrm>
            <a:prstGeom prst="line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E91496BD-EAC6-D9F5-FEBF-CB05587311E8}"/>
                </a:ext>
              </a:extLst>
            </p:cNvPr>
            <p:cNvSpPr txBox="1"/>
            <p:nvPr/>
          </p:nvSpPr>
          <p:spPr>
            <a:xfrm>
              <a:off x="1307186" y="3566728"/>
              <a:ext cx="1077428" cy="276999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ctr">
              <a:spAutoFit/>
            </a:bodyPr>
            <a:lstStyle/>
            <a:p>
              <a:pPr algn="ctr"/>
              <a:r>
                <a:rPr lang="en-US" altLang="ko-KR" sz="1200" dirty="0">
                  <a:latin typeface="Times New Roman" panose="02020603050405020304" pitchFamily="18" charset="0"/>
                  <a:ea typeface="나눔스퀘어OTF" panose="020B0600000101010101" pitchFamily="34" charset="-127"/>
                  <a:cs typeface="Times New Roman" panose="02020603050405020304" pitchFamily="18" charset="0"/>
                </a:rPr>
                <a:t>ta = 0</a:t>
              </a:r>
            </a:p>
          </p:txBody>
        </p:sp>
      </p:grpSp>
      <p:cxnSp>
        <p:nvCxnSpPr>
          <p:cNvPr id="37" name="직선 화살표 연결선 269">
            <a:extLst>
              <a:ext uri="{FF2B5EF4-FFF2-40B4-BE49-F238E27FC236}">
                <a16:creationId xmlns:a16="http://schemas.microsoft.com/office/drawing/2014/main" id="{4032B425-A943-926A-E967-64AE894E0D8C}"/>
              </a:ext>
            </a:extLst>
          </p:cNvPr>
          <p:cNvCxnSpPr>
            <a:cxnSpLocks/>
            <a:stCxn id="300" idx="2"/>
            <a:endCxn id="300" idx="4"/>
          </p:cNvCxnSpPr>
          <p:nvPr/>
        </p:nvCxnSpPr>
        <p:spPr>
          <a:xfrm rot="10800000" flipH="1" flipV="1">
            <a:off x="3280815" y="3395751"/>
            <a:ext cx="540000" cy="540000"/>
          </a:xfrm>
          <a:prstGeom prst="bentConnector4">
            <a:avLst>
              <a:gd name="adj1" fmla="val -42333"/>
              <a:gd name="adj2" fmla="val 142333"/>
            </a:avLst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45" name="TextBox 44">
            <a:extLst>
              <a:ext uri="{FF2B5EF4-FFF2-40B4-BE49-F238E27FC236}">
                <a16:creationId xmlns:a16="http://schemas.microsoft.com/office/drawing/2014/main" id="{F73D0AB8-7F3B-A6D7-7085-51F18999C78E}"/>
              </a:ext>
            </a:extLst>
          </p:cNvPr>
          <p:cNvSpPr txBox="1"/>
          <p:nvPr/>
        </p:nvSpPr>
        <p:spPr>
          <a:xfrm>
            <a:off x="2252995" y="4188427"/>
            <a:ext cx="2091549" cy="600164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en-US" altLang="ko-KR" sz="1100" b="1" dirty="0">
                <a:latin typeface="Times New Roman" panose="02020603050405020304" pitchFamily="18" charset="0"/>
                <a:ea typeface="나눔스퀘어OTF" panose="020B0600000101010101" pitchFamily="34" charset="-127"/>
                <a:cs typeface="Times New Roman" panose="02020603050405020304" pitchFamily="18" charset="0"/>
              </a:rPr>
              <a:t>? </a:t>
            </a:r>
            <a:r>
              <a:rPr lang="en-US" altLang="ko-KR" sz="1100" b="1" dirty="0" err="1">
                <a:latin typeface="Times New Roman" panose="02020603050405020304" pitchFamily="18" charset="0"/>
                <a:ea typeface="나눔스퀘어OTF" panose="020B0600000101010101" pitchFamily="34" charset="-127"/>
                <a:cs typeface="Times New Roman" panose="02020603050405020304" pitchFamily="18" charset="0"/>
              </a:rPr>
              <a:t>amr_update_from_ACS</a:t>
            </a:r>
            <a:endParaRPr lang="en-US" altLang="ko-KR" sz="1100" b="1" dirty="0">
              <a:latin typeface="Times New Roman" panose="02020603050405020304" pitchFamily="18" charset="0"/>
              <a:ea typeface="나눔스퀘어OTF" panose="020B0600000101010101" pitchFamily="34" charset="-127"/>
              <a:cs typeface="Times New Roman" panose="02020603050405020304" pitchFamily="18" charset="0"/>
            </a:endParaRPr>
          </a:p>
          <a:p>
            <a:pPr algn="ctr"/>
            <a:r>
              <a:rPr lang="en-US" altLang="ko-KR" sz="1100" b="1" dirty="0">
                <a:latin typeface="Times New Roman" panose="02020603050405020304" pitchFamily="18" charset="0"/>
                <a:ea typeface="나눔스퀘어OTF" panose="020B0600000101010101" pitchFamily="34" charset="-127"/>
                <a:cs typeface="Times New Roman" panose="02020603050405020304" pitchFamily="18" charset="0"/>
              </a:rPr>
              <a:t>or</a:t>
            </a:r>
          </a:p>
          <a:p>
            <a:pPr algn="ctr"/>
            <a:r>
              <a:rPr lang="en-US" altLang="ko-KR" sz="1100" b="1" dirty="0">
                <a:latin typeface="Times New Roman" panose="02020603050405020304" pitchFamily="18" charset="0"/>
                <a:ea typeface="나눔스퀘어OTF" panose="020B0600000101010101" pitchFamily="34" charset="-127"/>
                <a:cs typeface="Times New Roman" panose="02020603050405020304" pitchFamily="18" charset="0"/>
              </a:rPr>
              <a:t>? </a:t>
            </a:r>
            <a:r>
              <a:rPr lang="en-US" altLang="ko-KR" sz="1100" b="1" dirty="0" err="1">
                <a:latin typeface="Times New Roman" panose="02020603050405020304" pitchFamily="18" charset="0"/>
                <a:ea typeface="나눔스퀘어OTF" panose="020B0600000101010101" pitchFamily="34" charset="-127"/>
                <a:cs typeface="Times New Roman" panose="02020603050405020304" pitchFamily="18" charset="0"/>
              </a:rPr>
              <a:t>physical_result_from_amr</a:t>
            </a:r>
            <a:endParaRPr lang="en-US" altLang="ko-KR" sz="1100" b="1" dirty="0">
              <a:latin typeface="Times New Roman" panose="02020603050405020304" pitchFamily="18" charset="0"/>
              <a:ea typeface="나눔스퀘어OTF" panose="020B0600000101010101" pitchFamily="34" charset="-127"/>
              <a:cs typeface="Times New Roman" panose="02020603050405020304" pitchFamily="18" charset="0"/>
            </a:endParaRPr>
          </a:p>
        </p:txBody>
      </p:sp>
      <p:cxnSp>
        <p:nvCxnSpPr>
          <p:cNvPr id="47" name="직선 화살표 연결선 46">
            <a:extLst>
              <a:ext uri="{FF2B5EF4-FFF2-40B4-BE49-F238E27FC236}">
                <a16:creationId xmlns:a16="http://schemas.microsoft.com/office/drawing/2014/main" id="{EE898BDD-D014-02D9-A251-60AC2CA3DCA7}"/>
              </a:ext>
            </a:extLst>
          </p:cNvPr>
          <p:cNvCxnSpPr>
            <a:cxnSpLocks/>
            <a:stCxn id="24" idx="2"/>
            <a:endCxn id="300" idx="6"/>
          </p:cNvCxnSpPr>
          <p:nvPr/>
        </p:nvCxnSpPr>
        <p:spPr>
          <a:xfrm flipH="1">
            <a:off x="4360815" y="3395751"/>
            <a:ext cx="3551904" cy="0"/>
          </a:xfrm>
          <a:prstGeom prst="straightConnector1">
            <a:avLst/>
          </a:prstGeom>
          <a:ln w="12700">
            <a:solidFill>
              <a:schemeClr val="tx1"/>
            </a:solidFill>
            <a:prstDash val="dash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TextBox 50">
            <a:extLst>
              <a:ext uri="{FF2B5EF4-FFF2-40B4-BE49-F238E27FC236}">
                <a16:creationId xmlns:a16="http://schemas.microsoft.com/office/drawing/2014/main" id="{A029B772-98DF-7098-7C47-2240F3C23005}"/>
              </a:ext>
            </a:extLst>
          </p:cNvPr>
          <p:cNvSpPr txBox="1"/>
          <p:nvPr/>
        </p:nvSpPr>
        <p:spPr>
          <a:xfrm>
            <a:off x="5006751" y="3404141"/>
            <a:ext cx="2091549" cy="2616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en-US" altLang="ko-KR" sz="1100" b="1" dirty="0">
                <a:latin typeface="Times New Roman" panose="02020603050405020304" pitchFamily="18" charset="0"/>
                <a:ea typeface="나눔스퀘어OTF" panose="020B0600000101010101" pitchFamily="34" charset="-127"/>
                <a:cs typeface="Times New Roman" panose="02020603050405020304" pitchFamily="18" charset="0"/>
              </a:rPr>
              <a:t>! </a:t>
            </a:r>
            <a:r>
              <a:rPr lang="en-US" altLang="ko-KR" sz="1100" b="1" dirty="0" err="1">
                <a:latin typeface="Times New Roman" panose="02020603050405020304" pitchFamily="18" charset="0"/>
                <a:ea typeface="나눔스퀘어OTF" panose="020B0600000101010101" pitchFamily="34" charset="-127"/>
                <a:cs typeface="Times New Roman" panose="02020603050405020304" pitchFamily="18" charset="0"/>
              </a:rPr>
              <a:t>amr_info_to_ACS</a:t>
            </a:r>
            <a:endParaRPr lang="ko-KR" altLang="ko-KR" sz="1100" b="1" dirty="0" err="1">
              <a:latin typeface="Times New Roman" panose="02020603050405020304" pitchFamily="18" charset="0"/>
              <a:ea typeface="나눔스퀘어OTF" panose="020B0600000101010101" pitchFamily="34" charset="-127"/>
              <a:cs typeface="Times New Roman" panose="02020603050405020304" pitchFamily="18" charset="0"/>
            </a:endParaRPr>
          </a:p>
        </p:txBody>
      </p:sp>
      <p:grpSp>
        <p:nvGrpSpPr>
          <p:cNvPr id="34" name="그룹 33">
            <a:extLst>
              <a:ext uri="{FF2B5EF4-FFF2-40B4-BE49-F238E27FC236}">
                <a16:creationId xmlns:a16="http://schemas.microsoft.com/office/drawing/2014/main" id="{533CC3D0-180F-4112-ABD7-7B5F590C9800}"/>
              </a:ext>
            </a:extLst>
          </p:cNvPr>
          <p:cNvGrpSpPr/>
          <p:nvPr/>
        </p:nvGrpSpPr>
        <p:grpSpPr>
          <a:xfrm>
            <a:off x="10968" y="2128078"/>
            <a:ext cx="2091551" cy="307778"/>
            <a:chOff x="10721463" y="1263730"/>
            <a:chExt cx="2091551" cy="307778"/>
          </a:xfrm>
        </p:grpSpPr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2D6292B3-4AFF-41B0-81C7-D8F324122A42}"/>
                </a:ext>
              </a:extLst>
            </p:cNvPr>
            <p:cNvSpPr txBox="1"/>
            <p:nvPr/>
          </p:nvSpPr>
          <p:spPr>
            <a:xfrm>
              <a:off x="10721463" y="1263730"/>
              <a:ext cx="2091549" cy="307777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 algn="r"/>
              <a:r>
                <a:rPr lang="en-US" altLang="ko-KR" sz="1400" dirty="0" err="1">
                  <a:latin typeface="Times New Roman" panose="02020603050405020304" pitchFamily="18" charset="0"/>
                  <a:ea typeface="나눔스퀘어OTF"/>
                  <a:cs typeface="Times New Roman" panose="02020603050405020304" pitchFamily="18" charset="0"/>
                </a:rPr>
                <a:t>amr_update_from_ACS</a:t>
              </a:r>
              <a:endParaRPr lang="en-US" altLang="ko-KR" sz="1400" dirty="0">
                <a:latin typeface="Times New Roman" panose="02020603050405020304" pitchFamily="18" charset="0"/>
                <a:ea typeface="나눔스퀘어OTF"/>
                <a:cs typeface="Times New Roman" panose="02020603050405020304" pitchFamily="18" charset="0"/>
              </a:endParaRPr>
            </a:p>
          </p:txBody>
        </p:sp>
        <p:cxnSp>
          <p:nvCxnSpPr>
            <p:cNvPr id="36" name="직선 화살표 연결선 35">
              <a:extLst>
                <a:ext uri="{FF2B5EF4-FFF2-40B4-BE49-F238E27FC236}">
                  <a16:creationId xmlns:a16="http://schemas.microsoft.com/office/drawing/2014/main" id="{2CB90F3E-3E8B-40AB-A59F-440B3304E47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721464" y="1571507"/>
              <a:ext cx="2091550" cy="1"/>
            </a:xfrm>
            <a:prstGeom prst="straightConnector1">
              <a:avLst/>
            </a:prstGeom>
            <a:ln w="28575">
              <a:solidFill>
                <a:schemeClr val="tx1"/>
              </a:solidFill>
              <a:prstDash val="solid"/>
              <a:headEnd type="non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38" name="직선 화살표 연결선 37">
            <a:extLst>
              <a:ext uri="{FF2B5EF4-FFF2-40B4-BE49-F238E27FC236}">
                <a16:creationId xmlns:a16="http://schemas.microsoft.com/office/drawing/2014/main" id="{52DE849B-C1C0-4165-B7F2-B14A13F3BD30}"/>
              </a:ext>
            </a:extLst>
          </p:cNvPr>
          <p:cNvCxnSpPr>
            <a:cxnSpLocks/>
          </p:cNvCxnSpPr>
          <p:nvPr/>
        </p:nvCxnSpPr>
        <p:spPr>
          <a:xfrm flipV="1">
            <a:off x="18972" y="2873350"/>
            <a:ext cx="2091550" cy="1"/>
          </a:xfrm>
          <a:prstGeom prst="straightConnector1">
            <a:avLst/>
          </a:prstGeom>
          <a:ln w="28575"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416D474E-10AA-465F-B5CE-DD81DE647169}"/>
              </a:ext>
            </a:extLst>
          </p:cNvPr>
          <p:cNvSpPr txBox="1"/>
          <p:nvPr/>
        </p:nvSpPr>
        <p:spPr>
          <a:xfrm>
            <a:off x="-4984" y="2534339"/>
            <a:ext cx="2229544" cy="30777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ko-KR" sz="1400" dirty="0" err="1">
                <a:latin typeface="Times New Roman" panose="02020603050405020304" pitchFamily="18" charset="0"/>
                <a:ea typeface="나눔스퀘어OTF" panose="020B0600000101010101" pitchFamily="34" charset="-127"/>
                <a:cs typeface="Times New Roman" panose="02020603050405020304" pitchFamily="18" charset="0"/>
              </a:rPr>
              <a:t>physical_result_from_amr</a:t>
            </a:r>
            <a:endParaRPr lang="ko-KR" altLang="en-US" sz="1200" dirty="0">
              <a:latin typeface="Times New Roman" panose="02020603050405020304" pitchFamily="18" charset="0"/>
              <a:ea typeface="나눔스퀘어OTF" panose="020B0600000101010101" pitchFamily="34" charset="-127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218855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864F3A-399F-8D8B-93FF-60A2FF0DFF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C4ADDE5-C144-4FC9-7F83-EA93416BFDCD}"/>
              </a:ext>
            </a:extLst>
          </p:cNvPr>
          <p:cNvSpPr txBox="1"/>
          <p:nvPr/>
        </p:nvSpPr>
        <p:spPr>
          <a:xfrm>
            <a:off x="461961" y="166607"/>
            <a:ext cx="8266403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000" dirty="0">
                <a:solidFill>
                  <a:srgbClr val="1A236F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Atomic Model Diagram </a:t>
            </a:r>
            <a:r>
              <a:rPr lang="en-US" altLang="ko-KR" sz="2000" dirty="0">
                <a:solidFill>
                  <a:srgbClr val="1A236F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– Analyzer</a:t>
            </a:r>
          </a:p>
        </p:txBody>
      </p:sp>
      <p:sp>
        <p:nvSpPr>
          <p:cNvPr id="284" name="직사각형 283">
            <a:extLst>
              <a:ext uri="{FF2B5EF4-FFF2-40B4-BE49-F238E27FC236}">
                <a16:creationId xmlns:a16="http://schemas.microsoft.com/office/drawing/2014/main" id="{1D7E5647-074E-F91E-9EF9-6E180E58BF57}"/>
              </a:ext>
            </a:extLst>
          </p:cNvPr>
          <p:cNvSpPr/>
          <p:nvPr/>
        </p:nvSpPr>
        <p:spPr>
          <a:xfrm>
            <a:off x="2090798" y="923170"/>
            <a:ext cx="8010404" cy="470454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ko-KR" sz="2400" b="1" dirty="0">
                <a:solidFill>
                  <a:schemeClr val="tx1"/>
                </a:solidFill>
                <a:latin typeface="Times New Roman" panose="02020603050405020304" pitchFamily="18" charset="0"/>
                <a:ea typeface="나눔스퀘어OTF" panose="020B0600000101010101" pitchFamily="34" charset="-127"/>
                <a:cs typeface="Times New Roman" panose="02020603050405020304" pitchFamily="18" charset="0"/>
              </a:rPr>
              <a:t>Analyzer</a:t>
            </a:r>
          </a:p>
        </p:txBody>
      </p:sp>
      <p:cxnSp>
        <p:nvCxnSpPr>
          <p:cNvPr id="48" name="직선 화살표 연결선 47">
            <a:extLst>
              <a:ext uri="{FF2B5EF4-FFF2-40B4-BE49-F238E27FC236}">
                <a16:creationId xmlns:a16="http://schemas.microsoft.com/office/drawing/2014/main" id="{82323BBA-0321-3F1B-FC9D-7C931ACBE92F}"/>
              </a:ext>
            </a:extLst>
          </p:cNvPr>
          <p:cNvCxnSpPr>
            <a:cxnSpLocks/>
          </p:cNvCxnSpPr>
          <p:nvPr/>
        </p:nvCxnSpPr>
        <p:spPr>
          <a:xfrm flipV="1">
            <a:off x="0" y="1682795"/>
            <a:ext cx="2091550" cy="1"/>
          </a:xfrm>
          <a:prstGeom prst="straightConnector1">
            <a:avLst/>
          </a:prstGeom>
          <a:ln w="28575">
            <a:solidFill>
              <a:schemeClr val="tx1"/>
            </a:solidFill>
            <a:prstDash val="solid"/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4A89417D-9DB5-217C-4D20-D0F3331088B8}"/>
              </a:ext>
            </a:extLst>
          </p:cNvPr>
          <p:cNvSpPr txBox="1"/>
          <p:nvPr/>
        </p:nvSpPr>
        <p:spPr>
          <a:xfrm>
            <a:off x="-2254" y="1371969"/>
            <a:ext cx="2091549" cy="276999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r"/>
            <a:r>
              <a:rPr lang="en-US" altLang="ko-KR" sz="1200" dirty="0" err="1">
                <a:latin typeface="Times New Roman" panose="02020603050405020304" pitchFamily="18" charset="0"/>
                <a:ea typeface="나눔스퀘어OTF" panose="020B0600000101010101" pitchFamily="34" charset="-127"/>
                <a:cs typeface="Times New Roman" panose="02020603050405020304" pitchFamily="18" charset="0"/>
              </a:rPr>
              <a:t>operation_</a:t>
            </a:r>
            <a:r>
              <a:rPr lang="en-US" altLang="ko-KR" sz="1200" err="1">
                <a:latin typeface="Times New Roman" panose="02020603050405020304" pitchFamily="18" charset="0"/>
                <a:ea typeface="나눔스퀘어OTF" panose="020B0600000101010101" pitchFamily="34" charset="-127"/>
                <a:cs typeface="Times New Roman" panose="02020603050405020304" pitchFamily="18" charset="0"/>
              </a:rPr>
              <a:t>result</a:t>
            </a:r>
            <a:r>
              <a:rPr lang="en-US" altLang="ko-KR" sz="1200">
                <a:latin typeface="Times New Roman" panose="02020603050405020304" pitchFamily="18" charset="0"/>
                <a:ea typeface="나눔스퀘어OTF" panose="020B0600000101010101" pitchFamily="34" charset="-127"/>
                <a:cs typeface="Times New Roman" panose="02020603050405020304" pitchFamily="18" charset="0"/>
              </a:rPr>
              <a:t>_from_acs</a:t>
            </a:r>
            <a:endParaRPr lang="ko-KR" altLang="en-US" sz="1100" dirty="0">
              <a:latin typeface="Times New Roman" panose="02020603050405020304" pitchFamily="18" charset="0"/>
              <a:ea typeface="나눔스퀘어OTF" panose="020B0600000101010101" pitchFamily="34" charset="-127"/>
              <a:cs typeface="Times New Roman" panose="02020603050405020304" pitchFamily="18" charset="0"/>
            </a:endParaRPr>
          </a:p>
        </p:txBody>
      </p:sp>
      <p:cxnSp>
        <p:nvCxnSpPr>
          <p:cNvPr id="78" name="직선 화살표 연결선 77">
            <a:extLst>
              <a:ext uri="{FF2B5EF4-FFF2-40B4-BE49-F238E27FC236}">
                <a16:creationId xmlns:a16="http://schemas.microsoft.com/office/drawing/2014/main" id="{059542BD-70AB-98BF-1831-A0DE0AF57C6F}"/>
              </a:ext>
            </a:extLst>
          </p:cNvPr>
          <p:cNvCxnSpPr>
            <a:cxnSpLocks/>
          </p:cNvCxnSpPr>
          <p:nvPr/>
        </p:nvCxnSpPr>
        <p:spPr>
          <a:xfrm flipV="1">
            <a:off x="-1503" y="2193138"/>
            <a:ext cx="2091550" cy="1"/>
          </a:xfrm>
          <a:prstGeom prst="straightConnector1">
            <a:avLst/>
          </a:prstGeom>
          <a:ln w="28575">
            <a:solidFill>
              <a:schemeClr val="tx1"/>
            </a:solidFill>
            <a:prstDash val="solid"/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TextBox 78">
            <a:extLst>
              <a:ext uri="{FF2B5EF4-FFF2-40B4-BE49-F238E27FC236}">
                <a16:creationId xmlns:a16="http://schemas.microsoft.com/office/drawing/2014/main" id="{230C2BE3-B682-40A8-D9FF-4BD2D4F5D293}"/>
              </a:ext>
            </a:extLst>
          </p:cNvPr>
          <p:cNvSpPr txBox="1"/>
          <p:nvPr/>
        </p:nvSpPr>
        <p:spPr>
          <a:xfrm>
            <a:off x="-2254" y="1905323"/>
            <a:ext cx="2091549" cy="276999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r"/>
            <a:r>
              <a:rPr lang="en-US" altLang="ko-KR" sz="1200" dirty="0" err="1">
                <a:latin typeface="Times New Roman" panose="02020603050405020304" pitchFamily="18" charset="0"/>
                <a:ea typeface="나눔스퀘어OTF" panose="020B0600000101010101" pitchFamily="34" charset="-127"/>
                <a:cs typeface="Times New Roman" panose="02020603050405020304" pitchFamily="18" charset="0"/>
              </a:rPr>
              <a:t>physical_</a:t>
            </a:r>
            <a:r>
              <a:rPr lang="en-US" altLang="ko-KR" sz="1200" err="1">
                <a:latin typeface="Times New Roman" panose="02020603050405020304" pitchFamily="18" charset="0"/>
                <a:ea typeface="나눔스퀘어OTF" panose="020B0600000101010101" pitchFamily="34" charset="-127"/>
                <a:cs typeface="Times New Roman" panose="02020603050405020304" pitchFamily="18" charset="0"/>
              </a:rPr>
              <a:t>result</a:t>
            </a:r>
            <a:r>
              <a:rPr lang="en-US" altLang="ko-KR" sz="1200">
                <a:latin typeface="Times New Roman" panose="02020603050405020304" pitchFamily="18" charset="0"/>
                <a:ea typeface="나눔스퀘어OTF" panose="020B0600000101010101" pitchFamily="34" charset="-127"/>
                <a:cs typeface="Times New Roman" panose="02020603050405020304" pitchFamily="18" charset="0"/>
              </a:rPr>
              <a:t>_from_amr</a:t>
            </a:r>
            <a:endParaRPr lang="ko-KR" altLang="en-US" sz="1200" dirty="0">
              <a:latin typeface="Times New Roman" panose="02020603050405020304" pitchFamily="18" charset="0"/>
              <a:ea typeface="나눔스퀘어OTF" panose="020B0600000101010101" pitchFamily="34" charset="-127"/>
              <a:cs typeface="Times New Roman" panose="02020603050405020304" pitchFamily="18" charset="0"/>
            </a:endParaRPr>
          </a:p>
        </p:txBody>
      </p:sp>
      <p:cxnSp>
        <p:nvCxnSpPr>
          <p:cNvPr id="3" name="직선 화살표 연결선 2">
            <a:extLst>
              <a:ext uri="{FF2B5EF4-FFF2-40B4-BE49-F238E27FC236}">
                <a16:creationId xmlns:a16="http://schemas.microsoft.com/office/drawing/2014/main" id="{264D73B6-CCB9-E902-28CB-CE5492B432EA}"/>
              </a:ext>
            </a:extLst>
          </p:cNvPr>
          <p:cNvCxnSpPr>
            <a:cxnSpLocks/>
          </p:cNvCxnSpPr>
          <p:nvPr/>
        </p:nvCxnSpPr>
        <p:spPr>
          <a:xfrm flipV="1">
            <a:off x="234" y="2695031"/>
            <a:ext cx="2091550" cy="1"/>
          </a:xfrm>
          <a:prstGeom prst="straightConnector1">
            <a:avLst/>
          </a:prstGeom>
          <a:ln w="28575">
            <a:solidFill>
              <a:schemeClr val="tx1"/>
            </a:solidFill>
            <a:prstDash val="solid"/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9A41684D-613C-538F-50A9-B113E91EB681}"/>
              </a:ext>
            </a:extLst>
          </p:cNvPr>
          <p:cNvSpPr txBox="1"/>
          <p:nvPr/>
        </p:nvSpPr>
        <p:spPr>
          <a:xfrm>
            <a:off x="-153507" y="2404850"/>
            <a:ext cx="2243811" cy="2616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r"/>
            <a:r>
              <a:rPr lang="en-US" altLang="ko-KR" sz="1100" dirty="0" err="1">
                <a:latin typeface="Times New Roman" panose="02020603050405020304" pitchFamily="18" charset="0"/>
                <a:ea typeface="나눔스퀘어OTF" panose="020B0600000101010101" pitchFamily="34" charset="-127"/>
                <a:cs typeface="Times New Roman" panose="02020603050405020304" pitchFamily="18" charset="0"/>
              </a:rPr>
              <a:t>work_info_from_mm</a:t>
            </a:r>
            <a:endParaRPr lang="ko-KR" altLang="en-US" sz="1100" dirty="0">
              <a:latin typeface="Times New Roman" panose="02020603050405020304" pitchFamily="18" charset="0"/>
              <a:ea typeface="나눔스퀘어OTF" panose="020B0600000101010101" pitchFamily="34" charset="-127"/>
              <a:cs typeface="Times New Roman" panose="02020603050405020304" pitchFamily="18" charset="0"/>
            </a:endParaRPr>
          </a:p>
        </p:txBody>
      </p:sp>
      <p:grpSp>
        <p:nvGrpSpPr>
          <p:cNvPr id="19" name="그룹 18">
            <a:extLst>
              <a:ext uri="{FF2B5EF4-FFF2-40B4-BE49-F238E27FC236}">
                <a16:creationId xmlns:a16="http://schemas.microsoft.com/office/drawing/2014/main" id="{1F4FAB49-B784-B654-ADB1-77A5AC73CE98}"/>
              </a:ext>
            </a:extLst>
          </p:cNvPr>
          <p:cNvGrpSpPr/>
          <p:nvPr/>
        </p:nvGrpSpPr>
        <p:grpSpPr>
          <a:xfrm>
            <a:off x="5555624" y="2812800"/>
            <a:ext cx="1080751" cy="1080000"/>
            <a:chOff x="1303863" y="2939799"/>
            <a:chExt cx="1080751" cy="1080000"/>
          </a:xfrm>
        </p:grpSpPr>
        <p:sp>
          <p:nvSpPr>
            <p:cNvPr id="20" name="타원 19">
              <a:extLst>
                <a:ext uri="{FF2B5EF4-FFF2-40B4-BE49-F238E27FC236}">
                  <a16:creationId xmlns:a16="http://schemas.microsoft.com/office/drawing/2014/main" id="{FA554A27-AB67-D2F7-CE81-DFD4B473AF78}"/>
                </a:ext>
              </a:extLst>
            </p:cNvPr>
            <p:cNvSpPr/>
            <p:nvPr/>
          </p:nvSpPr>
          <p:spPr>
            <a:xfrm>
              <a:off x="1303863" y="2939799"/>
              <a:ext cx="1080000" cy="1080000"/>
            </a:xfrm>
            <a:prstGeom prst="ellipse">
              <a:avLst/>
            </a:prstGeom>
            <a:solidFill>
              <a:schemeClr val="accent3">
                <a:lumMod val="20000"/>
                <a:lumOff val="80000"/>
              </a:schemeClr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 dirty="0">
                <a:solidFill>
                  <a:schemeClr val="tx1"/>
                </a:solidFill>
                <a:latin typeface="Times New Roman" panose="02020603050405020304" pitchFamily="18" charset="0"/>
                <a:ea typeface="나눔스퀘어OTF" panose="020B0600000101010101" pitchFamily="34" charset="-127"/>
                <a:cs typeface="Times New Roman" panose="02020603050405020304" pitchFamily="18" charset="0"/>
              </a:endParaRP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E3B22B10-DD27-EFBE-2A15-1000C72182FB}"/>
                </a:ext>
              </a:extLst>
            </p:cNvPr>
            <p:cNvSpPr txBox="1"/>
            <p:nvPr/>
          </p:nvSpPr>
          <p:spPr>
            <a:xfrm>
              <a:off x="1304847" y="3116250"/>
              <a:ext cx="1078030" cy="29238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3600" tIns="45720" rIns="3600" bIns="45720" rtlCol="0" anchor="ctr">
              <a:spAutoFit/>
            </a:bodyPr>
            <a:lstStyle/>
            <a:p>
              <a:pPr algn="ctr"/>
              <a:r>
                <a:rPr lang="en-US" altLang="ko-KR" sz="1300" dirty="0">
                  <a:latin typeface="Times New Roman" panose="02020603050405020304" pitchFamily="18" charset="0"/>
                  <a:ea typeface="나눔스퀘어OTF"/>
                  <a:cs typeface="Times New Roman" panose="02020603050405020304" pitchFamily="18" charset="0"/>
                </a:rPr>
                <a:t>GEN</a:t>
              </a:r>
            </a:p>
          </p:txBody>
        </p: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12A87E43-5824-B601-96A6-D16D4F56AC1E}"/>
                </a:ext>
              </a:extLst>
            </p:cNvPr>
            <p:cNvCxnSpPr>
              <a:cxnSpLocks/>
              <a:stCxn id="20" idx="2"/>
              <a:endCxn id="20" idx="6"/>
            </p:cNvCxnSpPr>
            <p:nvPr/>
          </p:nvCxnSpPr>
          <p:spPr>
            <a:xfrm>
              <a:off x="1303863" y="3479799"/>
              <a:ext cx="1080000" cy="0"/>
            </a:xfrm>
            <a:prstGeom prst="line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D9DC0A44-6680-2CD0-AA6B-B0896B7FA1D0}"/>
                    </a:ext>
                  </a:extLst>
                </p:cNvPr>
                <p:cNvSpPr txBox="1"/>
                <p:nvPr/>
              </p:nvSpPr>
              <p:spPr>
                <a:xfrm>
                  <a:off x="1307186" y="3566731"/>
                  <a:ext cx="1077428" cy="276999"/>
                </a:xfrm>
                <a:prstGeom prst="rect">
                  <a:avLst/>
                </a:prstGeom>
                <a:noFill/>
              </p:spPr>
              <p:txBody>
                <a:bodyPr wrap="square" lIns="91440" tIns="45720" rIns="91440" bIns="45720" rtlCol="0" anchor="ctr">
                  <a:spAutoFit/>
                </a:bodyPr>
                <a:lstStyle/>
                <a:p>
                  <a:pPr algn="ctr"/>
                  <a:r>
                    <a:rPr lang="en-US" altLang="ko-KR" sz="1200" dirty="0">
                      <a:latin typeface="Times New Roman" panose="02020603050405020304" pitchFamily="18" charset="0"/>
                      <a:ea typeface="나눔스퀘어OTF" panose="020B0600000101010101" pitchFamily="34" charset="-127"/>
                      <a:cs typeface="Times New Roman" panose="02020603050405020304" pitchFamily="18" charset="0"/>
                    </a:rPr>
                    <a:t>ta =</a:t>
                  </a:r>
                  <a14:m>
                    <m:oMath xmlns:m="http://schemas.openxmlformats.org/officeDocument/2006/math">
                      <m:r>
                        <a:rPr lang="en-US" altLang="ko-KR" sz="1200" dirty="0">
                          <a:latin typeface="Cambria Math" panose="02040503050406030204" pitchFamily="18" charset="0"/>
                          <a:ea typeface="나눔스퀘어OTF" panose="020B0600000101010101" pitchFamily="34" charset="-127"/>
                          <a:cs typeface="Times New Roman" panose="02020603050405020304" pitchFamily="18" charset="0"/>
                        </a:rPr>
                        <m:t>∞</m:t>
                      </m:r>
                    </m:oMath>
                  </a14:m>
                  <a:endParaRPr lang="en-US" altLang="ko-KR" sz="1200" dirty="0">
                    <a:latin typeface="Times New Roman" panose="02020603050405020304" pitchFamily="18" charset="0"/>
                    <a:ea typeface="나눔스퀘어OTF" panose="020B0600000101010101" pitchFamily="34" charset="-127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D9DC0A44-6680-2CD0-AA6B-B0896B7FA1D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07186" y="3566731"/>
                  <a:ext cx="1077428" cy="276999"/>
                </a:xfrm>
                <a:prstGeom prst="rect">
                  <a:avLst/>
                </a:prstGeom>
                <a:blipFill>
                  <a:blip r:embed="rId3"/>
                  <a:stretch>
                    <a:fillRect b="-15217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28" name="TextBox 27">
            <a:extLst>
              <a:ext uri="{FF2B5EF4-FFF2-40B4-BE49-F238E27FC236}">
                <a16:creationId xmlns:a16="http://schemas.microsoft.com/office/drawing/2014/main" id="{1426E825-9697-1A56-EF10-80F2C5CFBEEB}"/>
              </a:ext>
            </a:extLst>
          </p:cNvPr>
          <p:cNvSpPr txBox="1"/>
          <p:nvPr/>
        </p:nvSpPr>
        <p:spPr>
          <a:xfrm>
            <a:off x="4449342" y="1773358"/>
            <a:ext cx="2510259" cy="76944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en-US" altLang="ko-KR" sz="1100" b="1" dirty="0">
                <a:latin typeface="Times New Roman" panose="02020603050405020304" pitchFamily="18" charset="0"/>
                <a:ea typeface="나눔스퀘어OTF" panose="020B0600000101010101" pitchFamily="34" charset="-127"/>
                <a:cs typeface="Times New Roman" panose="02020603050405020304" pitchFamily="18" charset="0"/>
              </a:rPr>
              <a:t>? </a:t>
            </a:r>
            <a:r>
              <a:rPr lang="en-US" altLang="ko-KR" sz="1100" b="1" dirty="0" err="1">
                <a:latin typeface="Times New Roman" panose="02020603050405020304" pitchFamily="18" charset="0"/>
                <a:ea typeface="나눔스퀘어OTF" panose="020B0600000101010101" pitchFamily="34" charset="-127"/>
                <a:cs typeface="Times New Roman" panose="02020603050405020304" pitchFamily="18" charset="0"/>
              </a:rPr>
              <a:t>operation_</a:t>
            </a:r>
            <a:r>
              <a:rPr lang="en-US" altLang="ko-KR" sz="1100" b="1" err="1">
                <a:latin typeface="Times New Roman" panose="02020603050405020304" pitchFamily="18" charset="0"/>
                <a:ea typeface="나눔스퀘어OTF" panose="020B0600000101010101" pitchFamily="34" charset="-127"/>
                <a:cs typeface="Times New Roman" panose="02020603050405020304" pitchFamily="18" charset="0"/>
              </a:rPr>
              <a:t>result</a:t>
            </a:r>
            <a:r>
              <a:rPr lang="en-US" altLang="ko-KR" sz="1100" b="1">
                <a:latin typeface="Times New Roman" panose="02020603050405020304" pitchFamily="18" charset="0"/>
                <a:ea typeface="나눔스퀘어OTF" panose="020B0600000101010101" pitchFamily="34" charset="-127"/>
                <a:cs typeface="Times New Roman" panose="02020603050405020304" pitchFamily="18" charset="0"/>
              </a:rPr>
              <a:t>_from_acs</a:t>
            </a:r>
            <a:r>
              <a:rPr lang="ko-KR" altLang="en-US" sz="1050" b="1">
                <a:latin typeface="Times New Roman" panose="02020603050405020304" pitchFamily="18" charset="0"/>
                <a:ea typeface="나눔스퀘어OTF" panose="020B0600000101010101" pitchFamily="34" charset="-127"/>
                <a:cs typeface="Times New Roman" panose="02020603050405020304" pitchFamily="18" charset="0"/>
              </a:rPr>
              <a:t> </a:t>
            </a:r>
            <a:r>
              <a:rPr lang="en-US" altLang="ko-KR" sz="1100" i="1" dirty="0">
                <a:latin typeface="Times New Roman" panose="02020603050405020304" pitchFamily="18" charset="0"/>
                <a:ea typeface="나눔스퀘어OTF" panose="020B0600000101010101" pitchFamily="34" charset="-127"/>
                <a:cs typeface="Times New Roman" panose="02020603050405020304" pitchFamily="18" charset="0"/>
              </a:rPr>
              <a:t>or</a:t>
            </a:r>
          </a:p>
          <a:p>
            <a:pPr algn="ctr"/>
            <a:r>
              <a:rPr lang="en-US" altLang="ko-KR" sz="1100" b="1" dirty="0">
                <a:latin typeface="Times New Roman" panose="02020603050405020304" pitchFamily="18" charset="0"/>
                <a:ea typeface="나눔스퀘어OTF" panose="020B0600000101010101" pitchFamily="34" charset="-127"/>
                <a:cs typeface="Times New Roman" panose="02020603050405020304" pitchFamily="18" charset="0"/>
              </a:rPr>
              <a:t>? </a:t>
            </a:r>
            <a:r>
              <a:rPr lang="en-US" altLang="ko-KR" sz="1100" b="1" dirty="0" err="1">
                <a:latin typeface="Times New Roman" panose="02020603050405020304" pitchFamily="18" charset="0"/>
                <a:ea typeface="나눔스퀘어OTF" panose="020B0600000101010101" pitchFamily="34" charset="-127"/>
                <a:cs typeface="Times New Roman" panose="02020603050405020304" pitchFamily="18" charset="0"/>
              </a:rPr>
              <a:t>physical_</a:t>
            </a:r>
            <a:r>
              <a:rPr lang="en-US" altLang="ko-KR" sz="1100" b="1" err="1">
                <a:latin typeface="Times New Roman" panose="02020603050405020304" pitchFamily="18" charset="0"/>
                <a:ea typeface="나눔스퀘어OTF" panose="020B0600000101010101" pitchFamily="34" charset="-127"/>
                <a:cs typeface="Times New Roman" panose="02020603050405020304" pitchFamily="18" charset="0"/>
              </a:rPr>
              <a:t>result</a:t>
            </a:r>
            <a:r>
              <a:rPr lang="en-US" altLang="ko-KR" sz="1100" b="1">
                <a:latin typeface="Times New Roman" panose="02020603050405020304" pitchFamily="18" charset="0"/>
                <a:ea typeface="나눔스퀘어OTF" panose="020B0600000101010101" pitchFamily="34" charset="-127"/>
                <a:cs typeface="Times New Roman" panose="02020603050405020304" pitchFamily="18" charset="0"/>
              </a:rPr>
              <a:t>_from_amr </a:t>
            </a:r>
            <a:r>
              <a:rPr lang="en-US" altLang="ko-KR" sz="1100" i="1" dirty="0">
                <a:latin typeface="Times New Roman" panose="02020603050405020304" pitchFamily="18" charset="0"/>
                <a:ea typeface="나눔스퀘어OTF" panose="020B0600000101010101" pitchFamily="34" charset="-127"/>
                <a:cs typeface="Times New Roman" panose="02020603050405020304" pitchFamily="18" charset="0"/>
              </a:rPr>
              <a:t>or</a:t>
            </a:r>
            <a:endParaRPr lang="ko-KR" altLang="en-US" sz="1100" i="1" dirty="0">
              <a:latin typeface="Times New Roman" panose="02020603050405020304" pitchFamily="18" charset="0"/>
              <a:ea typeface="나눔스퀘어OTF" panose="020B0600000101010101" pitchFamily="34" charset="-127"/>
              <a:cs typeface="Times New Roman" panose="02020603050405020304" pitchFamily="18" charset="0"/>
            </a:endParaRPr>
          </a:p>
          <a:p>
            <a:pPr algn="ctr"/>
            <a:r>
              <a:rPr lang="en-US" altLang="ko-KR" sz="1100" dirty="0">
                <a:latin typeface="Times New Roman" panose="02020603050405020304" pitchFamily="18" charset="0"/>
                <a:ea typeface="나눔스퀘어OTF" panose="020B0600000101010101" pitchFamily="34" charset="-127"/>
                <a:cs typeface="Times New Roman" panose="02020603050405020304" pitchFamily="18" charset="0"/>
              </a:rPr>
              <a:t> </a:t>
            </a:r>
            <a:r>
              <a:rPr lang="en-US" altLang="ko-KR" sz="1100" b="1" dirty="0">
                <a:latin typeface="Times New Roman" panose="02020603050405020304" pitchFamily="18" charset="0"/>
                <a:ea typeface="나눔스퀘어OTF" panose="020B0600000101010101" pitchFamily="34" charset="-127"/>
                <a:cs typeface="Times New Roman" panose="02020603050405020304" pitchFamily="18" charset="0"/>
              </a:rPr>
              <a:t>? </a:t>
            </a:r>
            <a:r>
              <a:rPr lang="en-US" altLang="ko-KR" sz="1100" b="1" dirty="0" err="1">
                <a:latin typeface="Times New Roman" panose="02020603050405020304" pitchFamily="18" charset="0"/>
                <a:ea typeface="나눔스퀘어OTF" panose="020B0600000101010101" pitchFamily="34" charset="-127"/>
                <a:cs typeface="Times New Roman" panose="02020603050405020304" pitchFamily="18" charset="0"/>
              </a:rPr>
              <a:t>work_info_from_mm</a:t>
            </a:r>
            <a:endParaRPr lang="en-US" altLang="ko-KR" sz="1100" b="1" dirty="0">
              <a:latin typeface="Times New Roman" panose="02020603050405020304" pitchFamily="18" charset="0"/>
              <a:ea typeface="나눔스퀘어OTF" panose="020B0600000101010101" pitchFamily="34" charset="-127"/>
              <a:cs typeface="Times New Roman" panose="02020603050405020304" pitchFamily="18" charset="0"/>
            </a:endParaRPr>
          </a:p>
          <a:p>
            <a:pPr algn="ctr"/>
            <a:r>
              <a:rPr lang="en-US" altLang="ko-KR" sz="1100" i="1" dirty="0">
                <a:latin typeface="Times New Roman" panose="02020603050405020304" pitchFamily="18" charset="0"/>
                <a:ea typeface="나눔스퀘어OTF" panose="020B0600000101010101" pitchFamily="34" charset="-127"/>
                <a:cs typeface="Times New Roman" panose="02020603050405020304" pitchFamily="18" charset="0"/>
              </a:rPr>
              <a:t>/ Analyze( )</a:t>
            </a:r>
            <a:endParaRPr lang="ko-KR" altLang="en-US" sz="1100" i="1" dirty="0">
              <a:latin typeface="Times New Roman" panose="02020603050405020304" pitchFamily="18" charset="0"/>
              <a:ea typeface="나눔스퀘어OTF" panose="020B0600000101010101" pitchFamily="34" charset="-127"/>
              <a:cs typeface="Times New Roman" panose="02020603050405020304" pitchFamily="18" charset="0"/>
            </a:endParaRPr>
          </a:p>
        </p:txBody>
      </p:sp>
      <p:cxnSp>
        <p:nvCxnSpPr>
          <p:cNvPr id="36" name="연결선: 꺾임 35">
            <a:extLst>
              <a:ext uri="{FF2B5EF4-FFF2-40B4-BE49-F238E27FC236}">
                <a16:creationId xmlns:a16="http://schemas.microsoft.com/office/drawing/2014/main" id="{C2759678-E10A-FDD4-A8E4-D762F0D167DF}"/>
              </a:ext>
            </a:extLst>
          </p:cNvPr>
          <p:cNvCxnSpPr>
            <a:stCxn id="20" idx="0"/>
            <a:endCxn id="22" idx="1"/>
          </p:cNvCxnSpPr>
          <p:nvPr/>
        </p:nvCxnSpPr>
        <p:spPr>
          <a:xfrm rot="16200000" flipH="1" flipV="1">
            <a:off x="5664793" y="2704614"/>
            <a:ext cx="322645" cy="539016"/>
          </a:xfrm>
          <a:prstGeom prst="bentConnector4">
            <a:avLst>
              <a:gd name="adj1" fmla="val -70852"/>
              <a:gd name="adj2" fmla="val 142593"/>
            </a:avLst>
          </a:prstGeom>
          <a:ln w="12700"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84169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14595</TotalTime>
  <Words>1486</Words>
  <Application>Microsoft Office PowerPoint</Application>
  <PresentationFormat>와이드스크린</PresentationFormat>
  <Paragraphs>290</Paragraphs>
  <Slides>10</Slides>
  <Notes>10</Notes>
  <HiddenSlides>0</HiddenSlides>
  <MMClips>0</MMClips>
  <ScaleCrop>false</ScaleCrop>
  <HeadingPairs>
    <vt:vector size="6" baseType="variant">
      <vt:variant>
        <vt:lpstr>사용한 글꼴</vt:lpstr>
      </vt:variant>
      <vt:variant>
        <vt:i4>10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10</vt:i4>
      </vt:variant>
    </vt:vector>
  </HeadingPairs>
  <TitlesOfParts>
    <vt:vector size="21" baseType="lpstr">
      <vt:lpstr>Pretendard ExtraBold</vt:lpstr>
      <vt:lpstr>Pretendard SemiBold</vt:lpstr>
      <vt:lpstr>나눔스퀘어</vt:lpstr>
      <vt:lpstr>나눔스퀘어 Bold</vt:lpstr>
      <vt:lpstr>나눔스퀘어 ExtraBold</vt:lpstr>
      <vt:lpstr>맑은 고딕</vt:lpstr>
      <vt:lpstr>맑은 고딕</vt:lpstr>
      <vt:lpstr>Arial</vt:lpstr>
      <vt:lpstr>Cambria Math</vt:lpstr>
      <vt:lpstr>Times New Roman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지현 우</dc:creator>
  <cp:lastModifiedBy>지현 우</cp:lastModifiedBy>
  <cp:revision>270</cp:revision>
  <dcterms:created xsi:type="dcterms:W3CDTF">2026-04-10T01:06:33Z</dcterms:created>
  <dcterms:modified xsi:type="dcterms:W3CDTF">2026-06-14T11:08:45Z</dcterms:modified>
</cp:coreProperties>
</file>